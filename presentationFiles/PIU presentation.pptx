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751" r:id="rId2"/>
    <p:sldId id="767" r:id="rId3"/>
    <p:sldId id="754" r:id="rId4"/>
    <p:sldId id="679" r:id="rId5"/>
    <p:sldId id="760" r:id="rId6"/>
  </p:sldIdLst>
  <p:sldSz cx="19799300" cy="11160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е слайды" id="{CAFF24E9-CE06-554C-8B2C-EA1CE8E0946D}">
          <p14:sldIdLst>
            <p14:sldId id="751"/>
            <p14:sldId id="767"/>
            <p14:sldId id="754"/>
            <p14:sldId id="679"/>
            <p14:sldId id="7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23g2" initials="y" lastIdx="1" clrIdx="0">
    <p:extLst>
      <p:ext uri="{19B8F6BF-5375-455C-9EA6-DF929625EA0E}">
        <p15:presenceInfo xmlns:p15="http://schemas.microsoft.com/office/powerpoint/2012/main" userId="ya23g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949597"/>
    <a:srgbClr val="FFDD2A"/>
    <a:srgbClr val="FFDD2D"/>
    <a:srgbClr val="FFDD2C"/>
    <a:srgbClr val="00402E"/>
    <a:srgbClr val="F0F0F2"/>
    <a:srgbClr val="F0F0F0"/>
    <a:srgbClr val="959597"/>
    <a:srgbClr val="F5F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172" autoAdjust="0"/>
    <p:restoredTop sz="91956"/>
  </p:normalViewPr>
  <p:slideViewPr>
    <p:cSldViewPr snapToGrid="0" snapToObjects="1" showGuides="1">
      <p:cViewPr varScale="1">
        <p:scale>
          <a:sx n="65" d="100"/>
          <a:sy n="65" d="100"/>
        </p:scale>
        <p:origin x="1368" y="90"/>
      </p:cViewPr>
      <p:guideLst>
        <p:guide orient="horz" pos="2268"/>
        <p:guide pos="8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9" d="100"/>
          <a:sy n="99" d="100"/>
        </p:scale>
        <p:origin x="306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65073-05CB-AF4F-BD94-6FA874F22EA8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92150" y="1143000"/>
            <a:ext cx="5473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B9AE9-BF26-F14B-AE84-E1846B276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983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2"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267CE182-80BB-726F-2738-87C99CC588B6}"/>
              </a:ext>
            </a:extLst>
          </p:cNvPr>
          <p:cNvSpPr/>
          <p:nvPr userDrawn="1"/>
        </p:nvSpPr>
        <p:spPr>
          <a:xfrm>
            <a:off x="827087" y="3445854"/>
            <a:ext cx="14365288" cy="5069208"/>
          </a:xfrm>
          <a:prstGeom prst="roundRect">
            <a:avLst>
              <a:gd name="adj" fmla="val 1003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E31178D5-3319-C2C2-AC21-ECAA12BDA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1879" y="6951498"/>
            <a:ext cx="11879580" cy="914400"/>
          </a:xfrm>
        </p:spPr>
        <p:txBody>
          <a:bodyPr>
            <a:noAutofit/>
          </a:bodyPr>
          <a:lstStyle>
            <a:lvl1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BY" sz="3200" kern="12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</a:lstStyle>
          <a:p>
            <a:pPr marL="0" marR="0" lvl="0" indent="0" algn="l" defTabSz="1484986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latin typeface="Inter" panose="02000503000000020004" pitchFamily="2" charset="0"/>
                <a:ea typeface="Inter" panose="02000503000000020004" pitchFamily="2" charset="0"/>
              </a:rPr>
              <a:t>Место для дополнительной информации</a:t>
            </a:r>
          </a:p>
          <a:p>
            <a:pPr marL="0" indent="0">
              <a:lnSpc>
                <a:spcPts val="4400"/>
              </a:lnSpc>
              <a:spcBef>
                <a:spcPts val="0"/>
              </a:spcBef>
              <a:buNone/>
            </a:pPr>
            <a:endParaRPr lang="ru-BY" dirty="0"/>
          </a:p>
        </p:txBody>
      </p:sp>
      <p:sp>
        <p:nvSpPr>
          <p:cNvPr id="17" name="Заголовок 9">
            <a:extLst>
              <a:ext uri="{FF2B5EF4-FFF2-40B4-BE49-F238E27FC236}">
                <a16:creationId xmlns:a16="http://schemas.microsoft.com/office/drawing/2014/main" id="{3B9F1501-C846-384A-BBF5-C83FE3AAD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366" y="4363083"/>
            <a:ext cx="11879580" cy="2157108"/>
          </a:xfrm>
        </p:spPr>
        <p:txBody>
          <a:bodyPr>
            <a:noAutofit/>
          </a:bodyPr>
          <a:lstStyle>
            <a:lvl1pPr marL="0" algn="l" defTabSz="1484986" rtl="0" eaLnBrk="1" latinLnBrk="0" hangingPunct="1">
              <a:lnSpc>
                <a:spcPts val="8400"/>
              </a:lnSpc>
              <a:spcBef>
                <a:spcPct val="0"/>
              </a:spcBef>
              <a:buNone/>
              <a:defRPr lang="ru-RU" sz="7200" b="1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ru-RU" dirty="0"/>
              <a:t>Заголовок вашей </a:t>
            </a:r>
            <a:r>
              <a:rPr lang="ru-RU" dirty="0" err="1"/>
              <a:t>перезентации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79AD08-156B-5941-1905-9C1854E65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7088" y="975196"/>
            <a:ext cx="7772400" cy="1904495"/>
          </a:xfrm>
          <a:prstGeom prst="rect">
            <a:avLst/>
          </a:prstGeom>
        </p:spPr>
      </p:pic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275C6E4-9502-4861-4A3A-528289A02FB3}"/>
              </a:ext>
            </a:extLst>
          </p:cNvPr>
          <p:cNvSpPr/>
          <p:nvPr userDrawn="1"/>
        </p:nvSpPr>
        <p:spPr>
          <a:xfrm>
            <a:off x="826862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0F76566-D720-C9B6-D6BE-64940A76AF1D}"/>
              </a:ext>
            </a:extLst>
          </p:cNvPr>
          <p:cNvSpPr/>
          <p:nvPr userDrawn="1"/>
        </p:nvSpPr>
        <p:spPr>
          <a:xfrm>
            <a:off x="5669619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5690F226-7AEC-2A05-BD41-C68155D3473C}"/>
              </a:ext>
            </a:extLst>
          </p:cNvPr>
          <p:cNvSpPr/>
          <p:nvPr userDrawn="1"/>
        </p:nvSpPr>
        <p:spPr>
          <a:xfrm>
            <a:off x="10512375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2B8287F-5902-43F2-C3EF-F6A369F1BA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8530" y="9082437"/>
            <a:ext cx="3702178" cy="83012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26CE25C-944C-6D34-A94D-F9CDA3E092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91744" y="9144555"/>
            <a:ext cx="3721262" cy="65837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FBCE1C-B2A3-6566-BC0E-ACDB0B2AE0F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46785" y="8627971"/>
            <a:ext cx="4440153" cy="17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117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Обложка 2">
    <p:bg>
      <p:bgPr>
        <a:solidFill>
          <a:srgbClr val="9495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267CE182-80BB-726F-2738-87C99CC588B6}"/>
              </a:ext>
            </a:extLst>
          </p:cNvPr>
          <p:cNvSpPr/>
          <p:nvPr userDrawn="1"/>
        </p:nvSpPr>
        <p:spPr>
          <a:xfrm>
            <a:off x="827087" y="3445854"/>
            <a:ext cx="14365288" cy="5069208"/>
          </a:xfrm>
          <a:prstGeom prst="roundRect">
            <a:avLst>
              <a:gd name="adj" fmla="val 1003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E31178D5-3319-C2C2-AC21-ECAA12BDA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1879" y="6951498"/>
            <a:ext cx="11879580" cy="914400"/>
          </a:xfrm>
        </p:spPr>
        <p:txBody>
          <a:bodyPr>
            <a:noAutofit/>
          </a:bodyPr>
          <a:lstStyle>
            <a:lvl1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BY" sz="3200" kern="12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</a:lstStyle>
          <a:p>
            <a:pPr marL="0" marR="0" lvl="0" indent="0" algn="l" defTabSz="1484986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latin typeface="Inter" panose="02000503000000020004" pitchFamily="2" charset="0"/>
                <a:ea typeface="Inter" panose="02000503000000020004" pitchFamily="2" charset="0"/>
              </a:rPr>
              <a:t>Место для дополнительной информации</a:t>
            </a:r>
          </a:p>
          <a:p>
            <a:pPr marL="0" indent="0">
              <a:lnSpc>
                <a:spcPts val="4400"/>
              </a:lnSpc>
              <a:spcBef>
                <a:spcPts val="0"/>
              </a:spcBef>
              <a:buNone/>
            </a:pPr>
            <a:endParaRPr lang="ru-BY" dirty="0"/>
          </a:p>
        </p:txBody>
      </p:sp>
      <p:sp>
        <p:nvSpPr>
          <p:cNvPr id="17" name="Заголовок 9">
            <a:extLst>
              <a:ext uri="{FF2B5EF4-FFF2-40B4-BE49-F238E27FC236}">
                <a16:creationId xmlns:a16="http://schemas.microsoft.com/office/drawing/2014/main" id="{3B9F1501-C846-384A-BBF5-C83FE3AAD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366" y="4363083"/>
            <a:ext cx="11879580" cy="2157108"/>
          </a:xfrm>
        </p:spPr>
        <p:txBody>
          <a:bodyPr>
            <a:noAutofit/>
          </a:bodyPr>
          <a:lstStyle>
            <a:lvl1pPr marL="0" algn="l" defTabSz="1484986" rtl="0" eaLnBrk="1" latinLnBrk="0" hangingPunct="1">
              <a:lnSpc>
                <a:spcPts val="8400"/>
              </a:lnSpc>
              <a:spcBef>
                <a:spcPct val="0"/>
              </a:spcBef>
              <a:buNone/>
              <a:defRPr lang="ru-RU" sz="7200" b="1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ru-RU" dirty="0"/>
              <a:t>Заголовок вашей </a:t>
            </a:r>
            <a:r>
              <a:rPr lang="ru-RU" dirty="0" err="1"/>
              <a:t>перезентации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79AD08-156B-5941-1905-9C1854E65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7088" y="975196"/>
            <a:ext cx="7772400" cy="1904495"/>
          </a:xfrm>
          <a:prstGeom prst="rect">
            <a:avLst/>
          </a:prstGeom>
        </p:spPr>
      </p:pic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275C6E4-9502-4861-4A3A-528289A02FB3}"/>
              </a:ext>
            </a:extLst>
          </p:cNvPr>
          <p:cNvSpPr/>
          <p:nvPr userDrawn="1"/>
        </p:nvSpPr>
        <p:spPr>
          <a:xfrm>
            <a:off x="826862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0F76566-D720-C9B6-D6BE-64940A76AF1D}"/>
              </a:ext>
            </a:extLst>
          </p:cNvPr>
          <p:cNvSpPr/>
          <p:nvPr userDrawn="1"/>
        </p:nvSpPr>
        <p:spPr>
          <a:xfrm>
            <a:off x="5669619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5690F226-7AEC-2A05-BD41-C68155D3473C}"/>
              </a:ext>
            </a:extLst>
          </p:cNvPr>
          <p:cNvSpPr/>
          <p:nvPr userDrawn="1"/>
        </p:nvSpPr>
        <p:spPr>
          <a:xfrm>
            <a:off x="10512375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2B8287F-5902-43F2-C3EF-F6A369F1BA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8530" y="9082437"/>
            <a:ext cx="3702178" cy="83012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26CE25C-944C-6D34-A94D-F9CDA3E092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91744" y="9144555"/>
            <a:ext cx="3721262" cy="65837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DC080C8-504C-5744-28E9-831B594F116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46785" y="8627971"/>
            <a:ext cx="4440153" cy="17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95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623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ложка 2"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BAFF0063-ABB2-C86F-AD61-861A4F5FBD7F}"/>
              </a:ext>
            </a:extLst>
          </p:cNvPr>
          <p:cNvSpPr/>
          <p:nvPr userDrawn="1"/>
        </p:nvSpPr>
        <p:spPr>
          <a:xfrm>
            <a:off x="842912" y="4809123"/>
            <a:ext cx="13283701" cy="5069208"/>
          </a:xfrm>
          <a:prstGeom prst="roundRect">
            <a:avLst>
              <a:gd name="adj" fmla="val 1010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E31178D5-3319-C2C2-AC21-ECAA12BDA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4758" y="8295572"/>
            <a:ext cx="11879580" cy="914400"/>
          </a:xfrm>
        </p:spPr>
        <p:txBody>
          <a:bodyPr>
            <a:noAutofit/>
          </a:bodyPr>
          <a:lstStyle>
            <a:lvl1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BY" sz="3200" kern="12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</a:lstStyle>
          <a:p>
            <a:pPr marL="0" marR="0" lvl="0" indent="0" algn="l" defTabSz="1484986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latin typeface="Inter" panose="02000503000000020004" pitchFamily="2" charset="0"/>
                <a:ea typeface="Inter" panose="02000503000000020004" pitchFamily="2" charset="0"/>
              </a:rPr>
              <a:t>Место для дополнительной информации</a:t>
            </a:r>
          </a:p>
          <a:p>
            <a:pPr marL="0" indent="0">
              <a:lnSpc>
                <a:spcPts val="4400"/>
              </a:lnSpc>
              <a:spcBef>
                <a:spcPts val="0"/>
              </a:spcBef>
              <a:buNone/>
            </a:pPr>
            <a:endParaRPr lang="ru-BY" dirty="0"/>
          </a:p>
        </p:txBody>
      </p:sp>
      <p:sp>
        <p:nvSpPr>
          <p:cNvPr id="17" name="Заголовок 9">
            <a:extLst>
              <a:ext uri="{FF2B5EF4-FFF2-40B4-BE49-F238E27FC236}">
                <a16:creationId xmlns:a16="http://schemas.microsoft.com/office/drawing/2014/main" id="{3B9F1501-C846-384A-BBF5-C83FE3AAD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3245" y="5707157"/>
            <a:ext cx="11879580" cy="2157108"/>
          </a:xfrm>
        </p:spPr>
        <p:txBody>
          <a:bodyPr>
            <a:noAutofit/>
          </a:bodyPr>
          <a:lstStyle>
            <a:lvl1pPr marL="0" algn="l" defTabSz="1484986" rtl="0" eaLnBrk="1" latinLnBrk="0" hangingPunct="1">
              <a:lnSpc>
                <a:spcPts val="8400"/>
              </a:lnSpc>
              <a:spcBef>
                <a:spcPct val="0"/>
              </a:spcBef>
              <a:buNone/>
              <a:defRPr lang="ru-RU" sz="7200" b="1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ru-RU" dirty="0"/>
              <a:t>Заголовок вашей </a:t>
            </a:r>
            <a:r>
              <a:rPr lang="ru-RU" dirty="0" err="1"/>
              <a:t>перезентации</a:t>
            </a:r>
            <a:endParaRPr lang="ru-RU" dirty="0"/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0343A867-6246-9CDC-3D6A-DC88CA07C0E4}"/>
              </a:ext>
            </a:extLst>
          </p:cNvPr>
          <p:cNvSpPr/>
          <p:nvPr userDrawn="1"/>
        </p:nvSpPr>
        <p:spPr>
          <a:xfrm>
            <a:off x="14292213" y="4808186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0A2508C-8DDD-CC35-EC00-8FF574051138}"/>
              </a:ext>
            </a:extLst>
          </p:cNvPr>
          <p:cNvSpPr/>
          <p:nvPr userDrawn="1"/>
        </p:nvSpPr>
        <p:spPr>
          <a:xfrm>
            <a:off x="14292213" y="65532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9096B13-97B3-75E1-2E63-FC8C374AE676}"/>
              </a:ext>
            </a:extLst>
          </p:cNvPr>
          <p:cNvSpPr/>
          <p:nvPr userDrawn="1"/>
        </p:nvSpPr>
        <p:spPr>
          <a:xfrm>
            <a:off x="14292213" y="8294331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D57EFEF-E316-0431-D1B0-249E8EF6F8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781124" y="6945737"/>
            <a:ext cx="3702178" cy="8301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335B1E4-DC9A-F517-3CED-574BAFD022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771582" y="8748949"/>
            <a:ext cx="3721262" cy="65837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3AD25C-C9BF-B184-3A23-3B572CAAB4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088" y="1527914"/>
            <a:ext cx="7772400" cy="258393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919CB2-793E-78A6-C7C6-50EC848D3C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412136" y="4735672"/>
            <a:ext cx="4440153" cy="17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03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62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Обложка 2">
    <p:bg>
      <p:bgPr>
        <a:solidFill>
          <a:srgbClr val="9495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BAFF0063-ABB2-C86F-AD61-861A4F5FBD7F}"/>
              </a:ext>
            </a:extLst>
          </p:cNvPr>
          <p:cNvSpPr/>
          <p:nvPr userDrawn="1"/>
        </p:nvSpPr>
        <p:spPr>
          <a:xfrm>
            <a:off x="842912" y="4809123"/>
            <a:ext cx="13283701" cy="5069208"/>
          </a:xfrm>
          <a:prstGeom prst="roundRect">
            <a:avLst>
              <a:gd name="adj" fmla="val 1010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E31178D5-3319-C2C2-AC21-ECAA12BDA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4758" y="8295572"/>
            <a:ext cx="11879580" cy="914400"/>
          </a:xfrm>
        </p:spPr>
        <p:txBody>
          <a:bodyPr>
            <a:noAutofit/>
          </a:bodyPr>
          <a:lstStyle>
            <a:lvl1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kern="120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0" indent="0" algn="l" defTabSz="1484986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ru-BY" sz="3200" kern="12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</a:lstStyle>
          <a:p>
            <a:pPr marL="0" marR="0" lvl="0" indent="0" algn="l" defTabSz="1484986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latin typeface="Inter" panose="02000503000000020004" pitchFamily="2" charset="0"/>
                <a:ea typeface="Inter" panose="02000503000000020004" pitchFamily="2" charset="0"/>
              </a:rPr>
              <a:t>Место для дополнительной информации</a:t>
            </a:r>
          </a:p>
          <a:p>
            <a:pPr marL="0" indent="0">
              <a:lnSpc>
                <a:spcPts val="4400"/>
              </a:lnSpc>
              <a:spcBef>
                <a:spcPts val="0"/>
              </a:spcBef>
              <a:buNone/>
            </a:pPr>
            <a:endParaRPr lang="ru-BY" dirty="0"/>
          </a:p>
        </p:txBody>
      </p:sp>
      <p:sp>
        <p:nvSpPr>
          <p:cNvPr id="17" name="Заголовок 9">
            <a:extLst>
              <a:ext uri="{FF2B5EF4-FFF2-40B4-BE49-F238E27FC236}">
                <a16:creationId xmlns:a16="http://schemas.microsoft.com/office/drawing/2014/main" id="{3B9F1501-C846-384A-BBF5-C83FE3AAD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3245" y="5707157"/>
            <a:ext cx="11879580" cy="2157108"/>
          </a:xfrm>
        </p:spPr>
        <p:txBody>
          <a:bodyPr>
            <a:noAutofit/>
          </a:bodyPr>
          <a:lstStyle>
            <a:lvl1pPr marL="0" algn="l" defTabSz="1484986" rtl="0" eaLnBrk="1" latinLnBrk="0" hangingPunct="1">
              <a:lnSpc>
                <a:spcPts val="8400"/>
              </a:lnSpc>
              <a:spcBef>
                <a:spcPct val="0"/>
              </a:spcBef>
              <a:buNone/>
              <a:defRPr lang="ru-RU" sz="7200" b="1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ru-RU" dirty="0"/>
              <a:t>Заголовок вашей </a:t>
            </a:r>
            <a:r>
              <a:rPr lang="ru-RU" dirty="0" err="1"/>
              <a:t>перезентации</a:t>
            </a:r>
            <a:endParaRPr lang="ru-RU" dirty="0"/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0343A867-6246-9CDC-3D6A-DC88CA07C0E4}"/>
              </a:ext>
            </a:extLst>
          </p:cNvPr>
          <p:cNvSpPr/>
          <p:nvPr userDrawn="1"/>
        </p:nvSpPr>
        <p:spPr>
          <a:xfrm>
            <a:off x="14292213" y="4808186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0A2508C-8DDD-CC35-EC00-8FF574051138}"/>
              </a:ext>
            </a:extLst>
          </p:cNvPr>
          <p:cNvSpPr/>
          <p:nvPr userDrawn="1"/>
        </p:nvSpPr>
        <p:spPr>
          <a:xfrm>
            <a:off x="14292213" y="65532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9096B13-97B3-75E1-2E63-FC8C374AE676}"/>
              </a:ext>
            </a:extLst>
          </p:cNvPr>
          <p:cNvSpPr/>
          <p:nvPr userDrawn="1"/>
        </p:nvSpPr>
        <p:spPr>
          <a:xfrm>
            <a:off x="14292213" y="8294331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D57EFEF-E316-0431-D1B0-249E8EF6F8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781124" y="6945737"/>
            <a:ext cx="3702178" cy="8301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335B1E4-DC9A-F517-3CED-574BAFD022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771582" y="8748949"/>
            <a:ext cx="3721262" cy="65837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3AD25C-C9BF-B184-3A23-3B572CAAB4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088" y="1527914"/>
            <a:ext cx="7772400" cy="258393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253E2D-8C4F-E2DF-E98F-E26303C77E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412136" y="4735672"/>
            <a:ext cx="4440153" cy="17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30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62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1972-3132-3844-95A5-DC00B0AECBFE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3983255" y="10343783"/>
            <a:ext cx="4454843" cy="594173"/>
          </a:xfrm>
          <a:prstGeom prst="rect">
            <a:avLst/>
          </a:prstGeom>
        </p:spPr>
        <p:txBody>
          <a:bodyPr/>
          <a:lstStyle/>
          <a:p>
            <a:fld id="{AAC682D5-AF78-0D41-8CC5-18B235AD89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66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C003D5E0-240B-3D62-A520-C416BD295F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899650" y="863601"/>
            <a:ext cx="9056753" cy="8507252"/>
          </a:xfrm>
          <a:prstGeom prst="roundRect">
            <a:avLst>
              <a:gd name="adj" fmla="val 6139"/>
            </a:avLst>
          </a:prstGeom>
          <a:solidFill>
            <a:srgbClr val="959597"/>
          </a:solidFill>
        </p:spPr>
        <p:txBody>
          <a:bodyPr anchor="ctr"/>
          <a:lstStyle>
            <a:lvl1pPr marL="0" indent="0" algn="ctr">
              <a:buNone/>
              <a:defRPr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388151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C003D5E0-240B-3D62-A520-C416BD295F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99650" y="863601"/>
            <a:ext cx="9056753" cy="8507252"/>
          </a:xfrm>
          <a:prstGeom prst="roundRect">
            <a:avLst>
              <a:gd name="adj" fmla="val 6139"/>
            </a:avLst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216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C003D5E0-240B-3D62-A520-C416BD295F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23088" y="863601"/>
            <a:ext cx="3905999" cy="3056400"/>
          </a:xfrm>
          <a:prstGeom prst="roundRect">
            <a:avLst>
              <a:gd name="adj" fmla="val 16482"/>
            </a:avLst>
          </a:prstGeom>
          <a:solidFill>
            <a:srgbClr val="959597"/>
          </a:solidFill>
        </p:spPr>
        <p:txBody>
          <a:bodyPr anchor="ctr">
            <a:normAutofit/>
          </a:bodyPr>
          <a:lstStyle>
            <a:lvl1pPr marL="0" indent="0" algn="ctr">
              <a:lnSpc>
                <a:spcPts val="4000"/>
              </a:lnSpc>
              <a:spcBef>
                <a:spcPts val="0"/>
              </a:spcBef>
              <a:buNone/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  <p:sp>
        <p:nvSpPr>
          <p:cNvPr id="12" name="Рисунок 6">
            <a:extLst>
              <a:ext uri="{FF2B5EF4-FFF2-40B4-BE49-F238E27FC236}">
                <a16:creationId xmlns:a16="http://schemas.microsoft.com/office/drawing/2014/main" id="{830FDCAB-38DC-C585-9575-7569A9E34A9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93064" y="863601"/>
            <a:ext cx="3905999" cy="3056400"/>
          </a:xfrm>
          <a:prstGeom prst="roundRect">
            <a:avLst>
              <a:gd name="adj" fmla="val 16482"/>
            </a:avLst>
          </a:prstGeom>
          <a:solidFill>
            <a:srgbClr val="959597"/>
          </a:solidFill>
        </p:spPr>
        <p:txBody>
          <a:bodyPr anchor="ctr">
            <a:normAutofit/>
          </a:bodyPr>
          <a:lstStyle>
            <a:lvl1pPr marL="0" indent="0" algn="ctr">
              <a:lnSpc>
                <a:spcPts val="4000"/>
              </a:lnSpc>
              <a:spcBef>
                <a:spcPts val="0"/>
              </a:spcBef>
              <a:buNone/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  <p:sp>
        <p:nvSpPr>
          <p:cNvPr id="13" name="Рисунок 6">
            <a:extLst>
              <a:ext uri="{FF2B5EF4-FFF2-40B4-BE49-F238E27FC236}">
                <a16:creationId xmlns:a16="http://schemas.microsoft.com/office/drawing/2014/main" id="{796B2BF9-F373-B7E0-BD65-1FC4794F57D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063041" y="863601"/>
            <a:ext cx="3905999" cy="3056400"/>
          </a:xfrm>
          <a:prstGeom prst="roundRect">
            <a:avLst>
              <a:gd name="adj" fmla="val 16482"/>
            </a:avLst>
          </a:prstGeom>
          <a:solidFill>
            <a:srgbClr val="959597"/>
          </a:solidFill>
        </p:spPr>
        <p:txBody>
          <a:bodyPr anchor="ctr">
            <a:normAutofit/>
          </a:bodyPr>
          <a:lstStyle>
            <a:lvl1pPr marL="0" indent="0" algn="ctr">
              <a:lnSpc>
                <a:spcPts val="4000"/>
              </a:lnSpc>
              <a:spcBef>
                <a:spcPts val="0"/>
              </a:spcBef>
              <a:buNone/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  <p:sp>
        <p:nvSpPr>
          <p:cNvPr id="14" name="Рисунок 6">
            <a:extLst>
              <a:ext uri="{FF2B5EF4-FFF2-40B4-BE49-F238E27FC236}">
                <a16:creationId xmlns:a16="http://schemas.microsoft.com/office/drawing/2014/main" id="{5A258DC1-F5FF-E9E6-7500-6AED0F3A83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3088" y="4090895"/>
            <a:ext cx="3905999" cy="3056400"/>
          </a:xfrm>
          <a:prstGeom prst="roundRect">
            <a:avLst>
              <a:gd name="adj" fmla="val 16482"/>
            </a:avLst>
          </a:prstGeom>
          <a:solidFill>
            <a:srgbClr val="959597"/>
          </a:solidFill>
        </p:spPr>
        <p:txBody>
          <a:bodyPr anchor="ctr">
            <a:normAutofit/>
          </a:bodyPr>
          <a:lstStyle>
            <a:lvl1pPr marL="0" indent="0" algn="ctr">
              <a:lnSpc>
                <a:spcPts val="4000"/>
              </a:lnSpc>
              <a:spcBef>
                <a:spcPts val="0"/>
              </a:spcBef>
              <a:buNone/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  <p:sp>
        <p:nvSpPr>
          <p:cNvPr id="15" name="Рисунок 6">
            <a:extLst>
              <a:ext uri="{FF2B5EF4-FFF2-40B4-BE49-F238E27FC236}">
                <a16:creationId xmlns:a16="http://schemas.microsoft.com/office/drawing/2014/main" id="{8228DC8E-6F2A-50BF-1E57-C59478A9922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93064" y="4090895"/>
            <a:ext cx="3905999" cy="3056400"/>
          </a:xfrm>
          <a:prstGeom prst="roundRect">
            <a:avLst>
              <a:gd name="adj" fmla="val 16482"/>
            </a:avLst>
          </a:prstGeom>
          <a:solidFill>
            <a:srgbClr val="959597"/>
          </a:solidFill>
        </p:spPr>
        <p:txBody>
          <a:bodyPr anchor="ctr">
            <a:normAutofit/>
          </a:bodyPr>
          <a:lstStyle>
            <a:lvl1pPr marL="0" indent="0" algn="ctr">
              <a:lnSpc>
                <a:spcPts val="4000"/>
              </a:lnSpc>
              <a:spcBef>
                <a:spcPts val="0"/>
              </a:spcBef>
              <a:buNone/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  <p:sp>
        <p:nvSpPr>
          <p:cNvPr id="16" name="Рисунок 6">
            <a:extLst>
              <a:ext uri="{FF2B5EF4-FFF2-40B4-BE49-F238E27FC236}">
                <a16:creationId xmlns:a16="http://schemas.microsoft.com/office/drawing/2014/main" id="{2A3C77EC-75B8-78EC-8696-424670F74E7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63041" y="4090895"/>
            <a:ext cx="3905999" cy="3056400"/>
          </a:xfrm>
          <a:prstGeom prst="roundRect">
            <a:avLst>
              <a:gd name="adj" fmla="val 16482"/>
            </a:avLst>
          </a:prstGeom>
          <a:solidFill>
            <a:srgbClr val="959597"/>
          </a:solidFill>
        </p:spPr>
        <p:txBody>
          <a:bodyPr anchor="ctr">
            <a:normAutofit/>
          </a:bodyPr>
          <a:lstStyle>
            <a:lvl1pPr marL="0" indent="0" algn="ctr">
              <a:lnSpc>
                <a:spcPts val="4000"/>
              </a:lnSpc>
              <a:spcBef>
                <a:spcPts val="0"/>
              </a:spcBef>
              <a:buNone/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  <p:sp>
        <p:nvSpPr>
          <p:cNvPr id="17" name="Рисунок 6">
            <a:extLst>
              <a:ext uri="{FF2B5EF4-FFF2-40B4-BE49-F238E27FC236}">
                <a16:creationId xmlns:a16="http://schemas.microsoft.com/office/drawing/2014/main" id="{BCAE2B13-C90D-D1F6-2ED1-529D3F9AD17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23088" y="7318189"/>
            <a:ext cx="3905999" cy="3056400"/>
          </a:xfrm>
          <a:prstGeom prst="roundRect">
            <a:avLst>
              <a:gd name="adj" fmla="val 16482"/>
            </a:avLst>
          </a:prstGeom>
          <a:solidFill>
            <a:srgbClr val="959597"/>
          </a:solidFill>
        </p:spPr>
        <p:txBody>
          <a:bodyPr anchor="ctr">
            <a:normAutofit/>
          </a:bodyPr>
          <a:lstStyle>
            <a:lvl1pPr marL="0" indent="0" algn="ctr">
              <a:lnSpc>
                <a:spcPts val="4000"/>
              </a:lnSpc>
              <a:spcBef>
                <a:spcPts val="0"/>
              </a:spcBef>
              <a:buNone/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  <p:sp>
        <p:nvSpPr>
          <p:cNvPr id="18" name="Рисунок 6">
            <a:extLst>
              <a:ext uri="{FF2B5EF4-FFF2-40B4-BE49-F238E27FC236}">
                <a16:creationId xmlns:a16="http://schemas.microsoft.com/office/drawing/2014/main" id="{D7664B21-B84C-2C6B-68E5-CD003D3C93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993064" y="7318189"/>
            <a:ext cx="3905999" cy="3056400"/>
          </a:xfrm>
          <a:prstGeom prst="roundRect">
            <a:avLst>
              <a:gd name="adj" fmla="val 16482"/>
            </a:avLst>
          </a:prstGeom>
          <a:solidFill>
            <a:srgbClr val="959597"/>
          </a:solidFill>
        </p:spPr>
        <p:txBody>
          <a:bodyPr anchor="ctr">
            <a:normAutofit/>
          </a:bodyPr>
          <a:lstStyle>
            <a:lvl1pPr marL="0" indent="0" algn="ctr">
              <a:lnSpc>
                <a:spcPts val="4000"/>
              </a:lnSpc>
              <a:spcBef>
                <a:spcPts val="0"/>
              </a:spcBef>
              <a:buNone/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  <p:sp>
        <p:nvSpPr>
          <p:cNvPr id="19" name="Рисунок 6">
            <a:extLst>
              <a:ext uri="{FF2B5EF4-FFF2-40B4-BE49-F238E27FC236}">
                <a16:creationId xmlns:a16="http://schemas.microsoft.com/office/drawing/2014/main" id="{BE8FA956-F57B-4638-1900-42ACA0BE843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5063041" y="7318189"/>
            <a:ext cx="3905999" cy="3056400"/>
          </a:xfrm>
          <a:prstGeom prst="roundRect">
            <a:avLst>
              <a:gd name="adj" fmla="val 16482"/>
            </a:avLst>
          </a:prstGeom>
          <a:solidFill>
            <a:srgbClr val="959597"/>
          </a:solidFill>
        </p:spPr>
        <p:txBody>
          <a:bodyPr anchor="ctr">
            <a:normAutofit/>
          </a:bodyPr>
          <a:lstStyle>
            <a:lvl1pPr marL="0" indent="0" algn="ctr">
              <a:lnSpc>
                <a:spcPts val="4000"/>
              </a:lnSpc>
              <a:spcBef>
                <a:spcPts val="0"/>
              </a:spcBef>
              <a:buNone/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81431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C003D5E0-240B-3D62-A520-C416BD295F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5675" y="2590395"/>
            <a:ext cx="8940216" cy="7777566"/>
          </a:xfrm>
          <a:prstGeom prst="roundRect">
            <a:avLst>
              <a:gd name="adj" fmla="val 6213"/>
            </a:avLst>
          </a:prstGeom>
          <a:solidFill>
            <a:srgbClr val="959597"/>
          </a:solidFill>
        </p:spPr>
        <p:txBody>
          <a:bodyPr anchor="ctr"/>
          <a:lstStyle>
            <a:lvl1pPr marL="0" indent="0" algn="ctr">
              <a:buNone/>
              <a:defRPr b="0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dirty="0"/>
              <a:t>Вставьте 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2622243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FE01C5E6-E557-8F9D-8660-291DD1554B81}"/>
              </a:ext>
            </a:extLst>
          </p:cNvPr>
          <p:cNvSpPr/>
          <p:nvPr userDrawn="1"/>
        </p:nvSpPr>
        <p:spPr>
          <a:xfrm>
            <a:off x="827088" y="792163"/>
            <a:ext cx="18145124" cy="9575800"/>
          </a:xfrm>
          <a:prstGeom prst="roundRect">
            <a:avLst>
              <a:gd name="adj" fmla="val 5591"/>
            </a:avLst>
          </a:prstGeom>
          <a:solidFill>
            <a:srgbClr val="004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9CA4A1-9743-736E-03E2-A4DFF5CBC0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47321" y="2882625"/>
            <a:ext cx="5825206" cy="5394876"/>
          </a:xfrm>
          <a:prstGeom prst="rect">
            <a:avLst/>
          </a:prstGeom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54A3FBBE-0961-F988-B36C-C4DE6E8FA681}"/>
              </a:ext>
            </a:extLst>
          </p:cNvPr>
          <p:cNvSpPr txBox="1">
            <a:spLocks/>
          </p:cNvSpPr>
          <p:nvPr userDrawn="1"/>
        </p:nvSpPr>
        <p:spPr>
          <a:xfrm>
            <a:off x="9899650" y="235138"/>
            <a:ext cx="11879580" cy="320285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l" defTabSz="457200" rtl="0" eaLnBrk="1" latinLnBrk="0" hangingPunct="1">
              <a:lnSpc>
                <a:spcPts val="7200"/>
              </a:lnSpc>
              <a:spcBef>
                <a:spcPct val="0"/>
              </a:spcBef>
              <a:buNone/>
              <a:defRPr lang="ru-RU" sz="6000" b="1" kern="1200" dirty="0">
                <a:solidFill>
                  <a:schemeClr val="accent6"/>
                </a:solidFill>
                <a:latin typeface="Futura New Medium" panose="020B0602020204020303" pitchFamily="34" charset="0"/>
                <a:ea typeface="Inter SemiBold" panose="02000503000000020004" pitchFamily="2" charset="0"/>
                <a:cs typeface="+mn-cs"/>
              </a:defRPr>
            </a:lvl1pPr>
          </a:lstStyle>
          <a:p>
            <a:endParaRPr lang="ru-RU" sz="7200" dirty="0">
              <a:latin typeface="Inter Semi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59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тем">
    <p:bg>
      <p:bgPr>
        <a:solidFill>
          <a:srgbClr val="9495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A8D8B4-A55D-6015-81C4-414597EC62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39542" y="3476513"/>
            <a:ext cx="13659758" cy="7683612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C646A6CB-AFDB-DEF7-5C5F-78429C18477E}"/>
              </a:ext>
            </a:extLst>
          </p:cNvPr>
          <p:cNvGrpSpPr/>
          <p:nvPr userDrawn="1"/>
        </p:nvGrpSpPr>
        <p:grpSpPr>
          <a:xfrm>
            <a:off x="827088" y="1385228"/>
            <a:ext cx="10507584" cy="4944958"/>
            <a:chOff x="827088" y="1978356"/>
            <a:chExt cx="10507584" cy="4944958"/>
          </a:xfrm>
        </p:grpSpPr>
        <p:sp>
          <p:nvSpPr>
            <p:cNvPr id="14" name="Скругленный прямоугольник 13">
              <a:extLst>
                <a:ext uri="{FF2B5EF4-FFF2-40B4-BE49-F238E27FC236}">
                  <a16:creationId xmlns:a16="http://schemas.microsoft.com/office/drawing/2014/main" id="{E1B37373-1FC1-3B0E-6931-C2EED5F9BFBA}"/>
                </a:ext>
              </a:extLst>
            </p:cNvPr>
            <p:cNvSpPr/>
            <p:nvPr/>
          </p:nvSpPr>
          <p:spPr>
            <a:xfrm>
              <a:off x="827088" y="1978356"/>
              <a:ext cx="9848000" cy="4944958"/>
            </a:xfrm>
            <a:prstGeom prst="roundRect">
              <a:avLst>
                <a:gd name="adj" fmla="val 9955"/>
              </a:avLst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EE5F071-AECA-F405-CCB9-0767B2623FEF}"/>
                </a:ext>
              </a:extLst>
            </p:cNvPr>
            <p:cNvSpPr/>
            <p:nvPr/>
          </p:nvSpPr>
          <p:spPr>
            <a:xfrm>
              <a:off x="10519317" y="4235245"/>
              <a:ext cx="327103" cy="431180"/>
            </a:xfrm>
            <a:prstGeom prst="rect">
              <a:avLst/>
            </a:prstGeom>
            <a:solidFill>
              <a:srgbClr val="9495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2A5EF262-43C9-786A-5B7E-F7F79232FBF2}"/>
                </a:ext>
              </a:extLst>
            </p:cNvPr>
            <p:cNvCxnSpPr>
              <a:cxnSpLocks/>
            </p:cNvCxnSpPr>
            <p:nvPr/>
          </p:nvCxnSpPr>
          <p:spPr>
            <a:xfrm>
              <a:off x="10674004" y="4674328"/>
              <a:ext cx="660668" cy="667497"/>
            </a:xfrm>
            <a:prstGeom prst="line">
              <a:avLst/>
            </a:prstGeom>
            <a:ln w="38100" cap="rnd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4758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 тем"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94A4769-EADD-7F04-A9A2-634A50173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04152" y="5670995"/>
            <a:ext cx="7241848" cy="10984142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C7880C4A-AEBA-E50B-8642-C18B6FF3DF8C}"/>
              </a:ext>
            </a:extLst>
          </p:cNvPr>
          <p:cNvGrpSpPr/>
          <p:nvPr userDrawn="1"/>
        </p:nvGrpSpPr>
        <p:grpSpPr>
          <a:xfrm>
            <a:off x="827088" y="3550703"/>
            <a:ext cx="10507584" cy="4944958"/>
            <a:chOff x="827088" y="1978356"/>
            <a:chExt cx="10507584" cy="4944958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77170F08-555D-D926-12AC-21CC6ACF49A0}"/>
                </a:ext>
              </a:extLst>
            </p:cNvPr>
            <p:cNvSpPr/>
            <p:nvPr/>
          </p:nvSpPr>
          <p:spPr>
            <a:xfrm>
              <a:off x="827088" y="1978356"/>
              <a:ext cx="9848000" cy="4944958"/>
            </a:xfrm>
            <a:prstGeom prst="roundRect">
              <a:avLst>
                <a:gd name="adj" fmla="val 9740"/>
              </a:avLst>
            </a:prstGeom>
            <a:noFill/>
            <a:ln w="38100">
              <a:solidFill>
                <a:srgbClr val="FFD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5271738-02D4-5F48-DDBB-4CFAF67C2E3D}"/>
                </a:ext>
              </a:extLst>
            </p:cNvPr>
            <p:cNvSpPr/>
            <p:nvPr/>
          </p:nvSpPr>
          <p:spPr>
            <a:xfrm>
              <a:off x="10519317" y="4235245"/>
              <a:ext cx="327103" cy="431180"/>
            </a:xfrm>
            <a:prstGeom prst="rect">
              <a:avLst/>
            </a:prstGeom>
            <a:solidFill>
              <a:srgbClr val="0040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852D3D47-1741-C43F-BA60-0CF58BCB1CA4}"/>
                </a:ext>
              </a:extLst>
            </p:cNvPr>
            <p:cNvCxnSpPr>
              <a:cxnSpLocks/>
            </p:cNvCxnSpPr>
            <p:nvPr/>
          </p:nvCxnSpPr>
          <p:spPr>
            <a:xfrm>
              <a:off x="10674004" y="4674328"/>
              <a:ext cx="660668" cy="667497"/>
            </a:xfrm>
            <a:prstGeom prst="line">
              <a:avLst/>
            </a:prstGeom>
            <a:ln w="38100" cap="rnd">
              <a:solidFill>
                <a:srgbClr val="FFD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8763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зделитель тем"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CC2C72E-A6F3-A42E-C518-DBE477969006}"/>
              </a:ext>
            </a:extLst>
          </p:cNvPr>
          <p:cNvSpPr/>
          <p:nvPr userDrawn="1"/>
        </p:nvSpPr>
        <p:spPr>
          <a:xfrm>
            <a:off x="2717006" y="4607389"/>
            <a:ext cx="14365288" cy="5069208"/>
          </a:xfrm>
          <a:prstGeom prst="roundRect">
            <a:avLst>
              <a:gd name="adj" fmla="val 1003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0239870-31EC-380A-E72C-1998CF59D6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17007" y="2136731"/>
            <a:ext cx="7772400" cy="190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52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EE4360A-0911-F543-9F4D-4B173153B6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>
                <a:solidFill>
                  <a:schemeClr val="accent6"/>
                </a:solidFill>
              </a:defRPr>
            </a:lvl1pPr>
          </a:lstStyle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774927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Обложка 2"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267CE182-80BB-726F-2738-87C99CC588B6}"/>
              </a:ext>
            </a:extLst>
          </p:cNvPr>
          <p:cNvSpPr/>
          <p:nvPr userDrawn="1"/>
        </p:nvSpPr>
        <p:spPr>
          <a:xfrm>
            <a:off x="827087" y="3445854"/>
            <a:ext cx="14365288" cy="5069208"/>
          </a:xfrm>
          <a:prstGeom prst="roundRect">
            <a:avLst>
              <a:gd name="adj" fmla="val 1003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sp>
        <p:nvSpPr>
          <p:cNvPr id="17" name="Заголовок 9">
            <a:extLst>
              <a:ext uri="{FF2B5EF4-FFF2-40B4-BE49-F238E27FC236}">
                <a16:creationId xmlns:a16="http://schemas.microsoft.com/office/drawing/2014/main" id="{3B9F1501-C846-384A-BBF5-C83FE3AAD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5784" y="5980458"/>
            <a:ext cx="11879580" cy="2157108"/>
          </a:xfrm>
        </p:spPr>
        <p:txBody>
          <a:bodyPr lIns="0" tIns="0" rIns="0" bIns="0">
            <a:noAutofit/>
          </a:bodyPr>
          <a:lstStyle>
            <a:lvl1pPr marL="0" algn="l" defTabSz="1484986" rtl="0" eaLnBrk="1" latinLnBrk="0" hangingPunct="1">
              <a:lnSpc>
                <a:spcPts val="8400"/>
              </a:lnSpc>
              <a:spcBef>
                <a:spcPct val="0"/>
              </a:spcBef>
              <a:buNone/>
              <a:defRPr lang="ru-RU" sz="9600" b="1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ru-RU" dirty="0"/>
              <a:t>Спасибо!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79AD08-156B-5941-1905-9C1854E65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7088" y="975196"/>
            <a:ext cx="7772400" cy="1904495"/>
          </a:xfrm>
          <a:prstGeom prst="rect">
            <a:avLst/>
          </a:prstGeom>
        </p:spPr>
      </p:pic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275C6E4-9502-4861-4A3A-528289A02FB3}"/>
              </a:ext>
            </a:extLst>
          </p:cNvPr>
          <p:cNvSpPr/>
          <p:nvPr userDrawn="1"/>
        </p:nvSpPr>
        <p:spPr>
          <a:xfrm>
            <a:off x="826862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0F76566-D720-C9B6-D6BE-64940A76AF1D}"/>
              </a:ext>
            </a:extLst>
          </p:cNvPr>
          <p:cNvSpPr/>
          <p:nvPr userDrawn="1"/>
        </p:nvSpPr>
        <p:spPr>
          <a:xfrm>
            <a:off x="5669619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5690F226-7AEC-2A05-BD41-C68155D3473C}"/>
              </a:ext>
            </a:extLst>
          </p:cNvPr>
          <p:cNvSpPr/>
          <p:nvPr userDrawn="1"/>
        </p:nvSpPr>
        <p:spPr>
          <a:xfrm>
            <a:off x="10512375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2B8287F-5902-43F2-C3EF-F6A369F1BA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8530" y="9082437"/>
            <a:ext cx="3702178" cy="83012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26CE25C-944C-6D34-A94D-F9CDA3E092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91744" y="9144555"/>
            <a:ext cx="3721262" cy="65837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92C2F56-B5FE-57AE-9AC1-D211D888B8B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46785" y="8627971"/>
            <a:ext cx="4440153" cy="17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21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83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Обложка 2"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BC2C92-1CEC-554C-7A3B-681A9C8146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0244072">
            <a:off x="16605212" y="5871379"/>
            <a:ext cx="4734000" cy="718034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267CE182-80BB-726F-2738-87C99CC588B6}"/>
              </a:ext>
            </a:extLst>
          </p:cNvPr>
          <p:cNvSpPr/>
          <p:nvPr userDrawn="1"/>
        </p:nvSpPr>
        <p:spPr>
          <a:xfrm>
            <a:off x="827087" y="3445854"/>
            <a:ext cx="14365288" cy="5069208"/>
          </a:xfrm>
          <a:prstGeom prst="roundRect">
            <a:avLst>
              <a:gd name="adj" fmla="val 1003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sp>
        <p:nvSpPr>
          <p:cNvPr id="17" name="Заголовок 9">
            <a:extLst>
              <a:ext uri="{FF2B5EF4-FFF2-40B4-BE49-F238E27FC236}">
                <a16:creationId xmlns:a16="http://schemas.microsoft.com/office/drawing/2014/main" id="{3B9F1501-C846-384A-BBF5-C83FE3AAD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5784" y="5980458"/>
            <a:ext cx="11879580" cy="2157108"/>
          </a:xfrm>
        </p:spPr>
        <p:txBody>
          <a:bodyPr lIns="0" tIns="0" rIns="0" bIns="0">
            <a:noAutofit/>
          </a:bodyPr>
          <a:lstStyle>
            <a:lvl1pPr marL="0" algn="l" defTabSz="1484986" rtl="0" eaLnBrk="1" latinLnBrk="0" hangingPunct="1">
              <a:lnSpc>
                <a:spcPts val="8400"/>
              </a:lnSpc>
              <a:spcBef>
                <a:spcPct val="0"/>
              </a:spcBef>
              <a:buNone/>
              <a:defRPr lang="ru-RU" sz="9600" b="1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ru-RU" dirty="0"/>
              <a:t>Спасибо!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79AD08-156B-5941-1905-9C1854E656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7088" y="975196"/>
            <a:ext cx="7772400" cy="1904495"/>
          </a:xfrm>
          <a:prstGeom prst="rect">
            <a:avLst/>
          </a:prstGeom>
        </p:spPr>
      </p:pic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275C6E4-9502-4861-4A3A-528289A02FB3}"/>
              </a:ext>
            </a:extLst>
          </p:cNvPr>
          <p:cNvSpPr/>
          <p:nvPr userDrawn="1"/>
        </p:nvSpPr>
        <p:spPr>
          <a:xfrm>
            <a:off x="826862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0F76566-D720-C9B6-D6BE-64940A76AF1D}"/>
              </a:ext>
            </a:extLst>
          </p:cNvPr>
          <p:cNvSpPr/>
          <p:nvPr userDrawn="1"/>
        </p:nvSpPr>
        <p:spPr>
          <a:xfrm>
            <a:off x="5669619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5690F226-7AEC-2A05-BD41-C68155D3473C}"/>
              </a:ext>
            </a:extLst>
          </p:cNvPr>
          <p:cNvSpPr/>
          <p:nvPr userDrawn="1"/>
        </p:nvSpPr>
        <p:spPr>
          <a:xfrm>
            <a:off x="10512375" y="86899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2B8287F-5902-43F2-C3EF-F6A369F1BA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58530" y="9082437"/>
            <a:ext cx="3702178" cy="83012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26CE25C-944C-6D34-A94D-F9CDA3E0925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91744" y="9144555"/>
            <a:ext cx="3721262" cy="65837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9B4AB82-93BF-6CF7-012D-8F466F53169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46785" y="8627971"/>
            <a:ext cx="4440153" cy="17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29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83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Обложка 2"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BAFF0063-ABB2-C86F-AD61-861A4F5FBD7F}"/>
              </a:ext>
            </a:extLst>
          </p:cNvPr>
          <p:cNvSpPr/>
          <p:nvPr userDrawn="1"/>
        </p:nvSpPr>
        <p:spPr>
          <a:xfrm>
            <a:off x="842912" y="4809123"/>
            <a:ext cx="13283701" cy="5069208"/>
          </a:xfrm>
          <a:prstGeom prst="roundRect">
            <a:avLst>
              <a:gd name="adj" fmla="val 1010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0343A867-6246-9CDC-3D6A-DC88CA07C0E4}"/>
              </a:ext>
            </a:extLst>
          </p:cNvPr>
          <p:cNvSpPr/>
          <p:nvPr userDrawn="1"/>
        </p:nvSpPr>
        <p:spPr>
          <a:xfrm>
            <a:off x="14292213" y="4808186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0A2508C-8DDD-CC35-EC00-8FF574051138}"/>
              </a:ext>
            </a:extLst>
          </p:cNvPr>
          <p:cNvSpPr/>
          <p:nvPr userDrawn="1"/>
        </p:nvSpPr>
        <p:spPr>
          <a:xfrm>
            <a:off x="14292213" y="65532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9096B13-97B3-75E1-2E63-FC8C374AE676}"/>
              </a:ext>
            </a:extLst>
          </p:cNvPr>
          <p:cNvSpPr/>
          <p:nvPr userDrawn="1"/>
        </p:nvSpPr>
        <p:spPr>
          <a:xfrm>
            <a:off x="14292213" y="8294331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D57EFEF-E316-0431-D1B0-249E8EF6F8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781124" y="6945737"/>
            <a:ext cx="3702178" cy="8301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335B1E4-DC9A-F517-3CED-574BAFD022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771582" y="8748949"/>
            <a:ext cx="3721262" cy="65837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3AD25C-C9BF-B184-3A23-3B572CAAB4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088" y="1527914"/>
            <a:ext cx="7772400" cy="2583936"/>
          </a:xfrm>
          <a:prstGeom prst="rect">
            <a:avLst/>
          </a:prstGeom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DA3F2104-00FC-97E1-D633-188B24E24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5784" y="7670395"/>
            <a:ext cx="6674434" cy="2157108"/>
          </a:xfrm>
        </p:spPr>
        <p:txBody>
          <a:bodyPr lIns="0" tIns="0" rIns="0" bIns="0">
            <a:noAutofit/>
          </a:bodyPr>
          <a:lstStyle>
            <a:lvl1pPr marL="0" algn="l" defTabSz="1484986" rtl="0" eaLnBrk="1" latinLnBrk="0" hangingPunct="1">
              <a:lnSpc>
                <a:spcPts val="8400"/>
              </a:lnSpc>
              <a:spcBef>
                <a:spcPct val="0"/>
              </a:spcBef>
              <a:buNone/>
              <a:defRPr lang="ru-RU" sz="9600" b="1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ru-RU" dirty="0"/>
              <a:t>Спасибо!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7D2BB1-366B-BFBB-2A49-86FED1719B4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412136" y="4735672"/>
            <a:ext cx="4440153" cy="17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957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623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Обложка 2"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526D2E-465B-9E9B-3C5A-BF4300AFA4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105331" y="2985591"/>
            <a:ext cx="4867200" cy="7382372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BAFF0063-ABB2-C86F-AD61-861A4F5FBD7F}"/>
              </a:ext>
            </a:extLst>
          </p:cNvPr>
          <p:cNvSpPr/>
          <p:nvPr userDrawn="1"/>
        </p:nvSpPr>
        <p:spPr>
          <a:xfrm>
            <a:off x="842912" y="4809123"/>
            <a:ext cx="7772401" cy="5069208"/>
          </a:xfrm>
          <a:prstGeom prst="roundRect">
            <a:avLst>
              <a:gd name="adj" fmla="val 1010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0343A867-6246-9CDC-3D6A-DC88CA07C0E4}"/>
              </a:ext>
            </a:extLst>
          </p:cNvPr>
          <p:cNvSpPr/>
          <p:nvPr userDrawn="1"/>
        </p:nvSpPr>
        <p:spPr>
          <a:xfrm>
            <a:off x="8816279" y="4808186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0A2508C-8DDD-CC35-EC00-8FF574051138}"/>
              </a:ext>
            </a:extLst>
          </p:cNvPr>
          <p:cNvSpPr/>
          <p:nvPr userDrawn="1"/>
        </p:nvSpPr>
        <p:spPr>
          <a:xfrm>
            <a:off x="8816279" y="65532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9096B13-97B3-75E1-2E63-FC8C374AE676}"/>
              </a:ext>
            </a:extLst>
          </p:cNvPr>
          <p:cNvSpPr/>
          <p:nvPr userDrawn="1"/>
        </p:nvSpPr>
        <p:spPr>
          <a:xfrm>
            <a:off x="8816279" y="8294331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D57EFEF-E316-0431-D1B0-249E8EF6F8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05190" y="6945737"/>
            <a:ext cx="3702178" cy="8301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335B1E4-DC9A-F517-3CED-574BAFD022B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5648" y="8748949"/>
            <a:ext cx="3721262" cy="65837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3AD25C-C9BF-B184-3A23-3B572CAAB45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7088" y="1527914"/>
            <a:ext cx="7772400" cy="2583936"/>
          </a:xfrm>
          <a:prstGeom prst="rect">
            <a:avLst/>
          </a:prstGeom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DA3F2104-00FC-97E1-D633-188B24E24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5784" y="7670395"/>
            <a:ext cx="6674434" cy="2157108"/>
          </a:xfrm>
        </p:spPr>
        <p:txBody>
          <a:bodyPr lIns="0" tIns="0" rIns="0" bIns="0">
            <a:noAutofit/>
          </a:bodyPr>
          <a:lstStyle>
            <a:lvl1pPr marL="0" algn="l" defTabSz="1484986" rtl="0" eaLnBrk="1" latinLnBrk="0" hangingPunct="1">
              <a:lnSpc>
                <a:spcPts val="8400"/>
              </a:lnSpc>
              <a:spcBef>
                <a:spcPct val="0"/>
              </a:spcBef>
              <a:buNone/>
              <a:defRPr lang="ru-RU" sz="9600" b="1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ru-RU" dirty="0"/>
              <a:t>Спасибо!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6233C4-5EDA-DEE8-7B67-29D1114DFC1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936202" y="4735672"/>
            <a:ext cx="4440153" cy="17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1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623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Обложка 2">
    <p:bg>
      <p:bgPr>
        <a:solidFill>
          <a:srgbClr val="00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C2EAC3A-6E14-81EB-43A1-1C0AF27872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0400000">
            <a:off x="15317674" y="4639775"/>
            <a:ext cx="6301592" cy="9558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BAFF0063-ABB2-C86F-AD61-861A4F5FBD7F}"/>
              </a:ext>
            </a:extLst>
          </p:cNvPr>
          <p:cNvSpPr/>
          <p:nvPr userDrawn="1"/>
        </p:nvSpPr>
        <p:spPr>
          <a:xfrm>
            <a:off x="842912" y="4809123"/>
            <a:ext cx="7772401" cy="5069208"/>
          </a:xfrm>
          <a:prstGeom prst="roundRect">
            <a:avLst>
              <a:gd name="adj" fmla="val 1010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0343A867-6246-9CDC-3D6A-DC88CA07C0E4}"/>
              </a:ext>
            </a:extLst>
          </p:cNvPr>
          <p:cNvSpPr/>
          <p:nvPr userDrawn="1"/>
        </p:nvSpPr>
        <p:spPr>
          <a:xfrm>
            <a:off x="8816279" y="4808186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0A2508C-8DDD-CC35-EC00-8FF574051138}"/>
              </a:ext>
            </a:extLst>
          </p:cNvPr>
          <p:cNvSpPr/>
          <p:nvPr userDrawn="1"/>
        </p:nvSpPr>
        <p:spPr>
          <a:xfrm>
            <a:off x="8816279" y="6553237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9096B13-97B3-75E1-2E63-FC8C374AE676}"/>
              </a:ext>
            </a:extLst>
          </p:cNvPr>
          <p:cNvSpPr/>
          <p:nvPr userDrawn="1"/>
        </p:nvSpPr>
        <p:spPr>
          <a:xfrm>
            <a:off x="8816279" y="8294331"/>
            <a:ext cx="4680000" cy="1584000"/>
          </a:xfrm>
          <a:prstGeom prst="roundRect">
            <a:avLst>
              <a:gd name="adj" fmla="val 3172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D57EFEF-E316-0431-D1B0-249E8EF6F8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05190" y="6945737"/>
            <a:ext cx="3702178" cy="8301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335B1E4-DC9A-F517-3CED-574BAFD022B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5648" y="8748949"/>
            <a:ext cx="3721262" cy="65837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3AD25C-C9BF-B184-3A23-3B572CAAB45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7088" y="1527914"/>
            <a:ext cx="7772400" cy="2583936"/>
          </a:xfrm>
          <a:prstGeom prst="rect">
            <a:avLst/>
          </a:prstGeom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DA3F2104-00FC-97E1-D633-188B24E24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5784" y="7670395"/>
            <a:ext cx="6674434" cy="2157108"/>
          </a:xfrm>
        </p:spPr>
        <p:txBody>
          <a:bodyPr lIns="0" tIns="0" rIns="0" bIns="0">
            <a:noAutofit/>
          </a:bodyPr>
          <a:lstStyle>
            <a:lvl1pPr marL="0" algn="l" defTabSz="1484986" rtl="0" eaLnBrk="1" latinLnBrk="0" hangingPunct="1">
              <a:lnSpc>
                <a:spcPts val="8400"/>
              </a:lnSpc>
              <a:spcBef>
                <a:spcPct val="0"/>
              </a:spcBef>
              <a:buNone/>
              <a:defRPr lang="ru-RU" sz="9600" b="1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</a:lstStyle>
          <a:p>
            <a:r>
              <a:rPr lang="ru-RU" dirty="0"/>
              <a:t>Спасибо!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99BEF6-EC7C-2E42-3FAF-8E762807F88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936202" y="4735672"/>
            <a:ext cx="4440153" cy="17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7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623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1202" y="594174"/>
            <a:ext cx="17076896" cy="2157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1202" y="2970867"/>
            <a:ext cx="17076896" cy="7080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1202" y="10343783"/>
            <a:ext cx="4454843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49" b="0" i="0">
                <a:solidFill>
                  <a:schemeClr val="tx1">
                    <a:tint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41021972-3132-3844-95A5-DC00B0AECBFE}" type="datetimeFigureOut">
              <a:rPr lang="ru-RU" smtClean="0"/>
              <a:pPr/>
              <a:t>24.01.2025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8518" y="10343783"/>
            <a:ext cx="6682264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49" b="0" i="0">
                <a:solidFill>
                  <a:schemeClr val="tx1">
                    <a:tint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905E8C-AF09-4A2C-7223-A4F4437A8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83365" y="10447749"/>
            <a:ext cx="4456113" cy="593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i="0">
                <a:solidFill>
                  <a:schemeClr val="tx1">
                    <a:tint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3B006FD-B8E1-794F-A3EF-7275157D3B59}" type="slidenum">
              <a:rPr lang="ru-BY" smtClean="0"/>
              <a:pPr/>
              <a:t>‹#›</a:t>
            </a:fld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26316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6" r:id="rId2"/>
    <p:sldLayoutId id="2147483695" r:id="rId3"/>
    <p:sldLayoutId id="2147483697" r:id="rId4"/>
    <p:sldLayoutId id="2147483666" r:id="rId5"/>
    <p:sldLayoutId id="2147483705" r:id="rId6"/>
    <p:sldLayoutId id="2147483708" r:id="rId7"/>
    <p:sldLayoutId id="2147483707" r:id="rId8"/>
    <p:sldLayoutId id="2147483706" r:id="rId9"/>
    <p:sldLayoutId id="2147483676" r:id="rId10"/>
    <p:sldLayoutId id="2147483682" r:id="rId11"/>
    <p:sldLayoutId id="2147483703" r:id="rId12"/>
    <p:sldLayoutId id="2147483704" r:id="rId13"/>
    <p:sldLayoutId id="2147483677" r:id="rId14"/>
    <p:sldLayoutId id="2147483698" r:id="rId15"/>
    <p:sldLayoutId id="2147483700" r:id="rId16"/>
    <p:sldLayoutId id="2147483699" r:id="rId17"/>
    <p:sldLayoutId id="2147483701" r:id="rId18"/>
    <p:sldLayoutId id="2147483702" r:id="rId19"/>
  </p:sldLayoutIdLst>
  <p:txStyles>
    <p:titleStyle>
      <a:lvl1pPr algn="l" defTabSz="1484986" rtl="0" eaLnBrk="1" latinLnBrk="0" hangingPunct="1">
        <a:lnSpc>
          <a:spcPct val="90000"/>
        </a:lnSpc>
        <a:spcBef>
          <a:spcPct val="0"/>
        </a:spcBef>
        <a:buNone/>
        <a:defRPr sz="7146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j-cs"/>
        </a:defRPr>
      </a:lvl1pPr>
    </p:titleStyle>
    <p:bodyStyle>
      <a:lvl1pPr marL="371246" indent="-371246" algn="l" defTabSz="1484986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4547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1113739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3898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856232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3248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2598725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3341218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4083710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kern="1200">
          <a:solidFill>
            <a:schemeClr val="tx1"/>
          </a:solidFill>
          <a:latin typeface="+mn-lt"/>
          <a:ea typeface="+mn-ea"/>
          <a:cs typeface="+mn-cs"/>
        </a:defRPr>
      </a:lvl6pPr>
      <a:lvl7pPr marL="4826203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kern="1200">
          <a:solidFill>
            <a:schemeClr val="tx1"/>
          </a:solidFill>
          <a:latin typeface="+mn-lt"/>
          <a:ea typeface="+mn-ea"/>
          <a:cs typeface="+mn-cs"/>
        </a:defRPr>
      </a:lvl7pPr>
      <a:lvl8pPr marL="5568696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kern="1200">
          <a:solidFill>
            <a:schemeClr val="tx1"/>
          </a:solidFill>
          <a:latin typeface="+mn-lt"/>
          <a:ea typeface="+mn-ea"/>
          <a:cs typeface="+mn-cs"/>
        </a:defRPr>
      </a:lvl8pPr>
      <a:lvl9pPr marL="6311189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4986" rtl="0" eaLnBrk="1" latinLnBrk="0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1pPr>
      <a:lvl2pPr marL="742493" algn="l" defTabSz="1484986" rtl="0" eaLnBrk="1" latinLnBrk="0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2pPr>
      <a:lvl3pPr marL="1484986" algn="l" defTabSz="1484986" rtl="0" eaLnBrk="1" latinLnBrk="0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3pPr>
      <a:lvl4pPr marL="2227478" algn="l" defTabSz="1484986" rtl="0" eaLnBrk="1" latinLnBrk="0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4pPr>
      <a:lvl5pPr marL="2969971" algn="l" defTabSz="1484986" rtl="0" eaLnBrk="1" latinLnBrk="0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5pPr>
      <a:lvl6pPr marL="3712464" algn="l" defTabSz="1484986" rtl="0" eaLnBrk="1" latinLnBrk="0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6pPr>
      <a:lvl7pPr marL="4454957" algn="l" defTabSz="1484986" rtl="0" eaLnBrk="1" latinLnBrk="0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7pPr>
      <a:lvl8pPr marL="5197450" algn="l" defTabSz="1484986" rtl="0" eaLnBrk="1" latinLnBrk="0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8pPr>
      <a:lvl9pPr marL="5939942" algn="l" defTabSz="1484986" rtl="0" eaLnBrk="1" latinLnBrk="0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99" userDrawn="1">
          <p15:clr>
            <a:srgbClr val="F26B43"/>
          </p15:clr>
        </p15:guide>
        <p15:guide id="2" pos="521" userDrawn="1">
          <p15:clr>
            <a:srgbClr val="F26B43"/>
          </p15:clr>
        </p15:guide>
        <p15:guide id="3" pos="11951" userDrawn="1">
          <p15:clr>
            <a:srgbClr val="F26B43"/>
          </p15:clr>
        </p15:guide>
        <p15:guide id="4" orient="horz" pos="65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95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C6661D4-C8CC-47CF-5B68-152375AA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624" y="4363082"/>
            <a:ext cx="6509594" cy="2157108"/>
          </a:xfrm>
        </p:spPr>
        <p:txBody>
          <a:bodyPr lIns="0" tIns="0" rIns="0" bIns="0"/>
          <a:lstStyle/>
          <a:p>
            <a:r>
              <a:rPr lang="en-US" sz="7200" b="1" dirty="0">
                <a:latin typeface="Inter SemiBold" panose="02000503000000020004" pitchFamily="2" charset="0"/>
                <a:ea typeface="Inter SemiBold" panose="02000503000000020004" pitchFamily="2" charset="0"/>
              </a:rPr>
              <a:t>PIU </a:t>
            </a:r>
            <a:r>
              <a:rPr lang="en-US" sz="7200" b="0" dirty="0">
                <a:latin typeface="Inter SemiBold" panose="02000503000000020004" pitchFamily="2" charset="0"/>
                <a:ea typeface="Inter SemiBold" panose="02000503000000020004" pitchFamily="2" charset="0"/>
              </a:rPr>
              <a:t>(Pump It Up)</a:t>
            </a:r>
            <a:endParaRPr lang="ru-BY" b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608AC0-5639-1824-3FD3-7409C87B72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16742" y="7447197"/>
            <a:ext cx="13849686" cy="528294"/>
          </a:xfrm>
        </p:spPr>
        <p:txBody>
          <a:bodyPr lIns="0" tIns="0" rIns="0" bIns="0"/>
          <a:lstStyle/>
          <a:p>
            <a:r>
              <a:rPr lang="ru-RU" dirty="0"/>
              <a:t>Игра-качалка, созданная учеником 2 курса Яндекс Лицея Антоновым Юрием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0113F48-7937-4264-8AEE-841D162A42A8}"/>
              </a:ext>
            </a:extLst>
          </p:cNvPr>
          <p:cNvSpPr/>
          <p:nvPr/>
        </p:nvSpPr>
        <p:spPr>
          <a:xfrm>
            <a:off x="220717" y="520262"/>
            <a:ext cx="10531366" cy="2664372"/>
          </a:xfrm>
          <a:prstGeom prst="rect">
            <a:avLst/>
          </a:prstGeom>
          <a:solidFill>
            <a:srgbClr val="949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87AF35D-E36B-4EA4-9606-52A919CD6639}"/>
              </a:ext>
            </a:extLst>
          </p:cNvPr>
          <p:cNvSpPr/>
          <p:nvPr/>
        </p:nvSpPr>
        <p:spPr>
          <a:xfrm>
            <a:off x="567559" y="8544910"/>
            <a:ext cx="15213724" cy="1939159"/>
          </a:xfrm>
          <a:prstGeom prst="rect">
            <a:avLst/>
          </a:prstGeom>
          <a:solidFill>
            <a:srgbClr val="949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B336E41-427F-43EA-BBA9-9267093EAA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16742" y="3869792"/>
            <a:ext cx="3143689" cy="3143689"/>
          </a:xfrm>
          <a:custGeom>
            <a:avLst/>
            <a:gdLst>
              <a:gd name="connsiteX0" fmla="*/ 523959 w 3143689"/>
              <a:gd name="connsiteY0" fmla="*/ 0 h 3143689"/>
              <a:gd name="connsiteX1" fmla="*/ 2619730 w 3143689"/>
              <a:gd name="connsiteY1" fmla="*/ 0 h 3143689"/>
              <a:gd name="connsiteX2" fmla="*/ 3143689 w 3143689"/>
              <a:gd name="connsiteY2" fmla="*/ 523959 h 3143689"/>
              <a:gd name="connsiteX3" fmla="*/ 3143689 w 3143689"/>
              <a:gd name="connsiteY3" fmla="*/ 2619730 h 3143689"/>
              <a:gd name="connsiteX4" fmla="*/ 2619730 w 3143689"/>
              <a:gd name="connsiteY4" fmla="*/ 3143689 h 3143689"/>
              <a:gd name="connsiteX5" fmla="*/ 523959 w 3143689"/>
              <a:gd name="connsiteY5" fmla="*/ 3143689 h 3143689"/>
              <a:gd name="connsiteX6" fmla="*/ 0 w 3143689"/>
              <a:gd name="connsiteY6" fmla="*/ 2619730 h 3143689"/>
              <a:gd name="connsiteX7" fmla="*/ 0 w 3143689"/>
              <a:gd name="connsiteY7" fmla="*/ 523959 h 3143689"/>
              <a:gd name="connsiteX8" fmla="*/ 523959 w 3143689"/>
              <a:gd name="connsiteY8" fmla="*/ 0 h 3143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3689" h="3143689">
                <a:moveTo>
                  <a:pt x="523959" y="0"/>
                </a:moveTo>
                <a:lnTo>
                  <a:pt x="2619730" y="0"/>
                </a:lnTo>
                <a:cubicBezTo>
                  <a:pt x="2909105" y="0"/>
                  <a:pt x="3143689" y="234584"/>
                  <a:pt x="3143689" y="523959"/>
                </a:cubicBezTo>
                <a:lnTo>
                  <a:pt x="3143689" y="2619730"/>
                </a:lnTo>
                <a:cubicBezTo>
                  <a:pt x="3143689" y="2909105"/>
                  <a:pt x="2909105" y="3143689"/>
                  <a:pt x="2619730" y="3143689"/>
                </a:cubicBezTo>
                <a:lnTo>
                  <a:pt x="523959" y="3143689"/>
                </a:lnTo>
                <a:cubicBezTo>
                  <a:pt x="234584" y="3143689"/>
                  <a:pt x="0" y="2909105"/>
                  <a:pt x="0" y="2619730"/>
                </a:cubicBezTo>
                <a:lnTo>
                  <a:pt x="0" y="523959"/>
                </a:lnTo>
                <a:cubicBezTo>
                  <a:pt x="0" y="234584"/>
                  <a:pt x="234584" y="0"/>
                  <a:pt x="523959" y="0"/>
                </a:cubicBezTo>
                <a:close/>
              </a:path>
            </a:pathLst>
          </a:cu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4806740-2FE5-4B07-A807-CA7833906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91070">
            <a:off x="14483235" y="6538839"/>
            <a:ext cx="6093631" cy="924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2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95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BEE0FEE-F05E-FF54-E7C7-E987F6D59B3C}"/>
              </a:ext>
            </a:extLst>
          </p:cNvPr>
          <p:cNvSpPr/>
          <p:nvPr/>
        </p:nvSpPr>
        <p:spPr>
          <a:xfrm>
            <a:off x="827088" y="798945"/>
            <a:ext cx="8925613" cy="1620000"/>
          </a:xfrm>
          <a:prstGeom prst="roundRect">
            <a:avLst>
              <a:gd name="adj" fmla="val 305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rtlCol="0" anchor="ctr"/>
          <a:lstStyle/>
          <a:p>
            <a:pPr defTabSz="1484986">
              <a:lnSpc>
                <a:spcPts val="7000"/>
              </a:lnSpc>
            </a:pPr>
            <a:r>
              <a:rPr lang="ru-RU" sz="6000" b="1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Смысл игры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7AE84566-D24D-A015-AC83-722B9FD7D080}"/>
              </a:ext>
            </a:extLst>
          </p:cNvPr>
          <p:cNvSpPr/>
          <p:nvPr/>
        </p:nvSpPr>
        <p:spPr>
          <a:xfrm>
            <a:off x="827088" y="2590395"/>
            <a:ext cx="8925613" cy="7776000"/>
          </a:xfrm>
          <a:prstGeom prst="roundRect">
            <a:avLst>
              <a:gd name="adj" fmla="val 642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/>
          </a:p>
        </p:txBody>
      </p:sp>
      <p:sp>
        <p:nvSpPr>
          <p:cNvPr id="18" name="Текст 12">
            <a:extLst>
              <a:ext uri="{FF2B5EF4-FFF2-40B4-BE49-F238E27FC236}">
                <a16:creationId xmlns:a16="http://schemas.microsoft.com/office/drawing/2014/main" id="{32751E4F-07FB-8C45-BCC8-34F7DF38E5B3}"/>
              </a:ext>
            </a:extLst>
          </p:cNvPr>
          <p:cNvSpPr txBox="1">
            <a:spLocks/>
          </p:cNvSpPr>
          <p:nvPr/>
        </p:nvSpPr>
        <p:spPr>
          <a:xfrm>
            <a:off x="10385715" y="3095793"/>
            <a:ext cx="3512173" cy="6855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 spcCol="180000">
            <a:noAutofit/>
          </a:bodyPr>
          <a:lstStyle>
            <a:lvl1pPr marL="0" marR="0" indent="0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marL="360000" marR="5004" lvl="1" indent="-360000" hangingPunct="1">
              <a:lnSpc>
                <a:spcPts val="3400"/>
              </a:lnSpc>
              <a:defRPr sz="2400">
                <a:solidFill>
                  <a:srgbClr val="000000"/>
                </a:solidFill>
              </a:defRPr>
            </a:pPr>
            <a:endParaRPr lang="ru-RU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Уровень текста 1…">
            <a:extLst>
              <a:ext uri="{FF2B5EF4-FFF2-40B4-BE49-F238E27FC236}">
                <a16:creationId xmlns:a16="http://schemas.microsoft.com/office/drawing/2014/main" id="{ADFAD9AF-E35C-E940-AA2B-982DD34C58D7}"/>
              </a:ext>
            </a:extLst>
          </p:cNvPr>
          <p:cNvSpPr txBox="1">
            <a:spLocks/>
          </p:cNvSpPr>
          <p:nvPr/>
        </p:nvSpPr>
        <p:spPr>
          <a:xfrm>
            <a:off x="1272837" y="3085590"/>
            <a:ext cx="8023564" cy="6865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 spcCol="1080000"/>
          <a:lstStyle>
            <a:lvl1pPr marL="0" marR="0" indent="0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3400"/>
              </a:lnSpc>
              <a:spcBef>
                <a:spcPts val="0"/>
              </a:spcBef>
            </a:pPr>
            <a:r>
              <a:rPr lang="ru-RU" sz="3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Смысл заключается в прокачке своего персонажа, чтобы в конце концов прокачать его до максимума.</a:t>
            </a:r>
          </a:p>
        </p:txBody>
      </p:sp>
      <p:sp>
        <p:nvSpPr>
          <p:cNvPr id="17" name="Текст 12">
            <a:extLst>
              <a:ext uri="{FF2B5EF4-FFF2-40B4-BE49-F238E27FC236}">
                <a16:creationId xmlns:a16="http://schemas.microsoft.com/office/drawing/2014/main" id="{E5431F37-AF41-89E8-6664-BD0EAF9377E5}"/>
              </a:ext>
            </a:extLst>
          </p:cNvPr>
          <p:cNvSpPr txBox="1">
            <a:spLocks/>
          </p:cNvSpPr>
          <p:nvPr/>
        </p:nvSpPr>
        <p:spPr>
          <a:xfrm>
            <a:off x="14984220" y="3095793"/>
            <a:ext cx="3542243" cy="6855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 spcCol="180000">
            <a:noAutofit/>
          </a:bodyPr>
          <a:lstStyle>
            <a:lvl1pPr marL="0" marR="0" indent="0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marL="360000" marR="5004" lvl="1" indent="-360000" hangingPunct="1">
              <a:lnSpc>
                <a:spcPts val="3400"/>
              </a:lnSpc>
              <a:defRPr sz="2400">
                <a:solidFill>
                  <a:srgbClr val="000000"/>
                </a:solidFill>
              </a:defRPr>
            </a:pPr>
            <a:endParaRPr lang="ru-RU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Номер слайда 1">
            <a:extLst>
              <a:ext uri="{FF2B5EF4-FFF2-40B4-BE49-F238E27FC236}">
                <a16:creationId xmlns:a16="http://schemas.microsoft.com/office/drawing/2014/main" id="{6C46694C-1B50-7CD1-B177-5B6B830CA796}"/>
              </a:ext>
            </a:extLst>
          </p:cNvPr>
          <p:cNvSpPr txBox="1">
            <a:spLocks/>
          </p:cNvSpPr>
          <p:nvPr/>
        </p:nvSpPr>
        <p:spPr>
          <a:xfrm>
            <a:off x="18410258" y="10492529"/>
            <a:ext cx="1068946" cy="4260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ru-RU" sz="1600" smtClean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algn="r"/>
              <a:t>2</a:t>
            </a:fld>
            <a:endParaRPr lang="ru-RU" sz="16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4399C5A-CB22-492D-8B6F-B6A095615284}"/>
              </a:ext>
            </a:extLst>
          </p:cNvPr>
          <p:cNvSpPr/>
          <p:nvPr/>
        </p:nvSpPr>
        <p:spPr>
          <a:xfrm>
            <a:off x="1272837" y="5138627"/>
            <a:ext cx="8023564" cy="4256573"/>
          </a:xfrm>
          <a:prstGeom prst="round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E9150B-3B1B-4B46-9EEA-A3DB4E842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404" y="5138627"/>
            <a:ext cx="3192430" cy="425657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797AF44-E7ED-4599-ABEE-BF46F00C3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373561">
            <a:off x="12868092" y="-4280983"/>
            <a:ext cx="9333894" cy="1415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19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95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FD16BA74-31EE-6D7B-90F7-C10B02496F52}"/>
              </a:ext>
            </a:extLst>
          </p:cNvPr>
          <p:cNvSpPr/>
          <p:nvPr/>
        </p:nvSpPr>
        <p:spPr>
          <a:xfrm>
            <a:off x="828291" y="798945"/>
            <a:ext cx="12046291" cy="1620000"/>
          </a:xfrm>
          <a:prstGeom prst="roundRect">
            <a:avLst>
              <a:gd name="adj" fmla="val 305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rtlCol="0" anchor="ctr"/>
          <a:lstStyle/>
          <a:p>
            <a:pPr defTabSz="1484986">
              <a:lnSpc>
                <a:spcPts val="7000"/>
              </a:lnSpc>
            </a:pPr>
            <a:r>
              <a:rPr lang="ru-RU" sz="6000" dirty="0">
                <a:solidFill>
                  <a:schemeClr val="tx1"/>
                </a:solidFill>
              </a:rPr>
              <a:t>Использованные технологии</a:t>
            </a:r>
            <a:endParaRPr lang="ru-RU" sz="6000" b="1" dirty="0">
              <a:solidFill>
                <a:schemeClr val="tx1"/>
              </a:solidFill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9D5CC7E-3750-57E6-52D0-1CB05F52E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81562">
            <a:off x="13098257" y="2660248"/>
            <a:ext cx="7449800" cy="11299555"/>
          </a:xfrm>
          <a:prstGeom prst="rect">
            <a:avLst/>
          </a:prstGeom>
        </p:spPr>
      </p:pic>
      <p:sp>
        <p:nvSpPr>
          <p:cNvPr id="45" name="Текст 20">
            <a:extLst>
              <a:ext uri="{FF2B5EF4-FFF2-40B4-BE49-F238E27FC236}">
                <a16:creationId xmlns:a16="http://schemas.microsoft.com/office/drawing/2014/main" id="{C74D3021-F2A9-F99F-2F8A-882BC6AF6368}"/>
              </a:ext>
            </a:extLst>
          </p:cNvPr>
          <p:cNvSpPr txBox="1">
            <a:spLocks/>
          </p:cNvSpPr>
          <p:nvPr/>
        </p:nvSpPr>
        <p:spPr>
          <a:xfrm>
            <a:off x="9993872" y="6499348"/>
            <a:ext cx="1998062" cy="230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rmAutofit fontScale="25000" lnSpcReduction="20000"/>
          </a:bodyPr>
          <a:lstStyle>
            <a:lvl1pPr marL="0" marR="5085" indent="12715" algn="l" defTabSz="1509582" rtl="0" latinLnBrk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indent="0" hangingPunct="1">
              <a:lnSpc>
                <a:spcPts val="3400"/>
              </a:lnSpc>
            </a:pPr>
            <a:r>
              <a:rPr lang="en-US" dirty="0">
                <a:solidFill>
                  <a:srgbClr val="FFDD2D"/>
                </a:solidFill>
                <a:latin typeface="Inter" panose="02000503000000020004" pitchFamily="2" charset="0"/>
                <a:ea typeface="Inter" panose="02000503000000020004" pitchFamily="2" charset="0"/>
              </a:rPr>
              <a:t>03</a:t>
            </a:r>
            <a:endParaRPr lang="ru-RU" dirty="0">
              <a:solidFill>
                <a:srgbClr val="FFDD2D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Номер слайда 1">
            <a:extLst>
              <a:ext uri="{FF2B5EF4-FFF2-40B4-BE49-F238E27FC236}">
                <a16:creationId xmlns:a16="http://schemas.microsoft.com/office/drawing/2014/main" id="{101F4220-2B40-E9FF-F946-2A03C182BDBC}"/>
              </a:ext>
            </a:extLst>
          </p:cNvPr>
          <p:cNvSpPr txBox="1">
            <a:spLocks/>
          </p:cNvSpPr>
          <p:nvPr/>
        </p:nvSpPr>
        <p:spPr>
          <a:xfrm>
            <a:off x="18410258" y="10492529"/>
            <a:ext cx="1068946" cy="4260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ru-RU" sz="1600" smtClean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algn="r"/>
              <a:t>3</a:t>
            </a:fld>
            <a:endParaRPr lang="ru-RU" sz="16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C9AE30F-032B-4874-963F-9AF861132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914" y="3371341"/>
            <a:ext cx="4029595" cy="441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7B84AB1B-D40D-4C8B-9DC2-788B54F61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075" y="7412523"/>
            <a:ext cx="8857436" cy="3506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62E5F6D4-7B1E-4D59-8A63-603D52832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298" y="2867992"/>
            <a:ext cx="7280858" cy="4095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217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95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DDEA007-7CB9-4184-5236-7D24A119F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50" y="2726697"/>
            <a:ext cx="7772400" cy="7772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96624F-223A-D2EB-D8DF-B8D3F87677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987" b="53217"/>
          <a:stretch/>
        </p:blipFill>
        <p:spPr>
          <a:xfrm>
            <a:off x="11074703" y="2708698"/>
            <a:ext cx="4290408" cy="35054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8229D77-CBE7-17EF-F9E3-26226D446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987" t="75174"/>
          <a:stretch/>
        </p:blipFill>
        <p:spPr>
          <a:xfrm>
            <a:off x="11074703" y="8341566"/>
            <a:ext cx="4290408" cy="1860289"/>
          </a:xfrm>
          <a:prstGeom prst="rect">
            <a:avLst/>
          </a:prstGeom>
        </p:spPr>
      </p:pic>
      <p:sp>
        <p:nvSpPr>
          <p:cNvPr id="11" name="Номер слайда 1">
            <a:extLst>
              <a:ext uri="{FF2B5EF4-FFF2-40B4-BE49-F238E27FC236}">
                <a16:creationId xmlns:a16="http://schemas.microsoft.com/office/drawing/2014/main" id="{462C9EB3-B8C9-EF0B-F9D3-5FB809A10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10258" y="1049252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D1B85B8-5ACF-4578-90EB-DC83EF80B9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8366926" cy="5216288"/>
          </a:xfrm>
          <a:custGeom>
            <a:avLst/>
            <a:gdLst>
              <a:gd name="connsiteX0" fmla="*/ 869398 w 8366926"/>
              <a:gd name="connsiteY0" fmla="*/ 0 h 5216288"/>
              <a:gd name="connsiteX1" fmla="*/ 7497527 w 8366926"/>
              <a:gd name="connsiteY1" fmla="*/ 0 h 5216288"/>
              <a:gd name="connsiteX2" fmla="*/ 8366926 w 8366926"/>
              <a:gd name="connsiteY2" fmla="*/ 869399 h 5216288"/>
              <a:gd name="connsiteX3" fmla="*/ 8366926 w 8366926"/>
              <a:gd name="connsiteY3" fmla="*/ 4346889 h 5216288"/>
              <a:gd name="connsiteX4" fmla="*/ 7497527 w 8366926"/>
              <a:gd name="connsiteY4" fmla="*/ 5216288 h 5216288"/>
              <a:gd name="connsiteX5" fmla="*/ 869398 w 8366926"/>
              <a:gd name="connsiteY5" fmla="*/ 5216288 h 5216288"/>
              <a:gd name="connsiteX6" fmla="*/ 17662 w 8366926"/>
              <a:gd name="connsiteY6" fmla="*/ 4522104 h 5216288"/>
              <a:gd name="connsiteX7" fmla="*/ 0 w 8366926"/>
              <a:gd name="connsiteY7" fmla="*/ 4346899 h 5216288"/>
              <a:gd name="connsiteX8" fmla="*/ 0 w 8366926"/>
              <a:gd name="connsiteY8" fmla="*/ 869389 h 5216288"/>
              <a:gd name="connsiteX9" fmla="*/ 17662 w 8366926"/>
              <a:gd name="connsiteY9" fmla="*/ 694185 h 5216288"/>
              <a:gd name="connsiteX10" fmla="*/ 869398 w 8366926"/>
              <a:gd name="connsiteY10" fmla="*/ 0 h 521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366926" h="5216288">
                <a:moveTo>
                  <a:pt x="869398" y="0"/>
                </a:moveTo>
                <a:lnTo>
                  <a:pt x="7497527" y="0"/>
                </a:lnTo>
                <a:cubicBezTo>
                  <a:pt x="7977683" y="0"/>
                  <a:pt x="8366926" y="389243"/>
                  <a:pt x="8366926" y="869399"/>
                </a:cubicBezTo>
                <a:lnTo>
                  <a:pt x="8366926" y="4346889"/>
                </a:lnTo>
                <a:cubicBezTo>
                  <a:pt x="8366926" y="4827045"/>
                  <a:pt x="7977683" y="5216288"/>
                  <a:pt x="7497527" y="5216288"/>
                </a:cubicBezTo>
                <a:lnTo>
                  <a:pt x="869398" y="5216288"/>
                </a:lnTo>
                <a:cubicBezTo>
                  <a:pt x="449262" y="5216288"/>
                  <a:pt x="98730" y="4918274"/>
                  <a:pt x="17662" y="4522104"/>
                </a:cubicBezTo>
                <a:lnTo>
                  <a:pt x="0" y="4346899"/>
                </a:lnTo>
                <a:lnTo>
                  <a:pt x="0" y="869389"/>
                </a:lnTo>
                <a:lnTo>
                  <a:pt x="17662" y="694185"/>
                </a:lnTo>
                <a:cubicBezTo>
                  <a:pt x="98730" y="298014"/>
                  <a:pt x="449262" y="0"/>
                  <a:pt x="869398" y="0"/>
                </a:cubicBezTo>
                <a:close/>
              </a:path>
            </a:pathLst>
          </a:cu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7953308-0E35-4C22-96C0-795F6A37EA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88"/>
          <a:stretch>
            <a:fillRect/>
          </a:stretch>
        </p:blipFill>
        <p:spPr>
          <a:xfrm>
            <a:off x="12769428" y="111619"/>
            <a:ext cx="7029872" cy="5892530"/>
          </a:xfrm>
          <a:custGeom>
            <a:avLst/>
            <a:gdLst>
              <a:gd name="connsiteX0" fmla="*/ 1043514 w 7403051"/>
              <a:gd name="connsiteY0" fmla="*/ 0 h 6205333"/>
              <a:gd name="connsiteX1" fmla="*/ 6359539 w 7403051"/>
              <a:gd name="connsiteY1" fmla="*/ 0 h 6205333"/>
              <a:gd name="connsiteX2" fmla="*/ 7403051 w 7403051"/>
              <a:gd name="connsiteY2" fmla="*/ 1043514 h 6205333"/>
              <a:gd name="connsiteX3" fmla="*/ 7403051 w 7403051"/>
              <a:gd name="connsiteY3" fmla="*/ 5217447 h 6205333"/>
              <a:gd name="connsiteX4" fmla="*/ 6765721 w 7403051"/>
              <a:gd name="connsiteY4" fmla="*/ 6178957 h 6205333"/>
              <a:gd name="connsiteX5" fmla="*/ 6693655 w 7403051"/>
              <a:gd name="connsiteY5" fmla="*/ 6205333 h 6205333"/>
              <a:gd name="connsiteX6" fmla="*/ 709397 w 7403051"/>
              <a:gd name="connsiteY6" fmla="*/ 6205333 h 6205333"/>
              <a:gd name="connsiteX7" fmla="*/ 637331 w 7403051"/>
              <a:gd name="connsiteY7" fmla="*/ 6178957 h 6205333"/>
              <a:gd name="connsiteX8" fmla="*/ 0 w 7403051"/>
              <a:gd name="connsiteY8" fmla="*/ 5217447 h 6205333"/>
              <a:gd name="connsiteX9" fmla="*/ 0 w 7403051"/>
              <a:gd name="connsiteY9" fmla="*/ 1043514 h 6205333"/>
              <a:gd name="connsiteX10" fmla="*/ 1043514 w 7403051"/>
              <a:gd name="connsiteY10" fmla="*/ 0 h 620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03051" h="6205333">
                <a:moveTo>
                  <a:pt x="1043514" y="0"/>
                </a:moveTo>
                <a:lnTo>
                  <a:pt x="6359539" y="0"/>
                </a:lnTo>
                <a:cubicBezTo>
                  <a:pt x="6935855" y="0"/>
                  <a:pt x="7403051" y="467197"/>
                  <a:pt x="7403051" y="1043514"/>
                </a:cubicBezTo>
                <a:lnTo>
                  <a:pt x="7403051" y="5217447"/>
                </a:lnTo>
                <a:cubicBezTo>
                  <a:pt x="7403051" y="5649685"/>
                  <a:pt x="7140253" y="6020543"/>
                  <a:pt x="6765721" y="6178957"/>
                </a:cubicBezTo>
                <a:lnTo>
                  <a:pt x="6693655" y="6205333"/>
                </a:lnTo>
                <a:lnTo>
                  <a:pt x="709397" y="6205333"/>
                </a:lnTo>
                <a:lnTo>
                  <a:pt x="637331" y="6178957"/>
                </a:lnTo>
                <a:cubicBezTo>
                  <a:pt x="262798" y="6020543"/>
                  <a:pt x="0" y="5649685"/>
                  <a:pt x="0" y="5217447"/>
                </a:cubicBezTo>
                <a:lnTo>
                  <a:pt x="0" y="1043514"/>
                </a:lnTo>
                <a:cubicBezTo>
                  <a:pt x="0" y="467197"/>
                  <a:pt x="467197" y="0"/>
                  <a:pt x="1043514" y="0"/>
                </a:cubicBezTo>
                <a:close/>
              </a:path>
            </a:pathLst>
          </a:cu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43CDDCD-8E51-43E5-816F-2D2AA3EE4C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996861" y="5399789"/>
            <a:ext cx="7772567" cy="5760336"/>
          </a:xfrm>
          <a:custGeom>
            <a:avLst/>
            <a:gdLst>
              <a:gd name="connsiteX0" fmla="*/ 1059032 w 8573696"/>
              <a:gd name="connsiteY0" fmla="*/ 0 h 6354062"/>
              <a:gd name="connsiteX1" fmla="*/ 7514664 w 8573696"/>
              <a:gd name="connsiteY1" fmla="*/ 0 h 6354062"/>
              <a:gd name="connsiteX2" fmla="*/ 8573696 w 8573696"/>
              <a:gd name="connsiteY2" fmla="*/ 1059032 h 6354062"/>
              <a:gd name="connsiteX3" fmla="*/ 8573696 w 8573696"/>
              <a:gd name="connsiteY3" fmla="*/ 5295030 h 6354062"/>
              <a:gd name="connsiteX4" fmla="*/ 7514664 w 8573696"/>
              <a:gd name="connsiteY4" fmla="*/ 6354062 h 6354062"/>
              <a:gd name="connsiteX5" fmla="*/ 1059032 w 8573696"/>
              <a:gd name="connsiteY5" fmla="*/ 6354062 h 6354062"/>
              <a:gd name="connsiteX6" fmla="*/ 0 w 8573696"/>
              <a:gd name="connsiteY6" fmla="*/ 5295030 h 6354062"/>
              <a:gd name="connsiteX7" fmla="*/ 0 w 8573696"/>
              <a:gd name="connsiteY7" fmla="*/ 1059032 h 6354062"/>
              <a:gd name="connsiteX8" fmla="*/ 1059032 w 8573696"/>
              <a:gd name="connsiteY8" fmla="*/ 0 h 6354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73696" h="6354062">
                <a:moveTo>
                  <a:pt x="1059032" y="0"/>
                </a:moveTo>
                <a:lnTo>
                  <a:pt x="7514664" y="0"/>
                </a:lnTo>
                <a:cubicBezTo>
                  <a:pt x="8099551" y="0"/>
                  <a:pt x="8573696" y="474145"/>
                  <a:pt x="8573696" y="1059032"/>
                </a:cubicBezTo>
                <a:lnTo>
                  <a:pt x="8573696" y="5295030"/>
                </a:lnTo>
                <a:cubicBezTo>
                  <a:pt x="8573696" y="5879917"/>
                  <a:pt x="8099551" y="6354062"/>
                  <a:pt x="7514664" y="6354062"/>
                </a:cubicBezTo>
                <a:lnTo>
                  <a:pt x="1059032" y="6354062"/>
                </a:lnTo>
                <a:cubicBezTo>
                  <a:pt x="474145" y="6354062"/>
                  <a:pt x="0" y="5879917"/>
                  <a:pt x="0" y="5295030"/>
                </a:cubicBezTo>
                <a:lnTo>
                  <a:pt x="0" y="1059032"/>
                </a:lnTo>
                <a:cubicBezTo>
                  <a:pt x="0" y="474145"/>
                  <a:pt x="474145" y="0"/>
                  <a:pt x="105903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53174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95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A16FF23D-BB0C-C9D3-1C84-8358B677882F}"/>
              </a:ext>
            </a:extLst>
          </p:cNvPr>
          <p:cNvSpPr/>
          <p:nvPr/>
        </p:nvSpPr>
        <p:spPr>
          <a:xfrm>
            <a:off x="2818760" y="798945"/>
            <a:ext cx="14161782" cy="1620000"/>
          </a:xfrm>
          <a:prstGeom prst="roundRect">
            <a:avLst>
              <a:gd name="adj" fmla="val 3053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rtlCol="0" anchor="ctr"/>
          <a:lstStyle/>
          <a:p>
            <a:pPr defTabSz="1484986">
              <a:lnSpc>
                <a:spcPts val="7000"/>
              </a:lnSpc>
            </a:pPr>
            <a:r>
              <a:rPr lang="ru-RU" sz="6000" b="1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В проекте участвовали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07A242-F701-0CE4-1F78-62329A931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215"/>
          <a:stretch/>
        </p:blipFill>
        <p:spPr>
          <a:xfrm>
            <a:off x="7027382" y="7170821"/>
            <a:ext cx="5744536" cy="3989304"/>
          </a:xfrm>
          <a:prstGeom prst="rect">
            <a:avLst/>
          </a:prstGeom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AD0A0E37-F6BF-AD4D-EF21-D45C9723D52E}"/>
              </a:ext>
            </a:extLst>
          </p:cNvPr>
          <p:cNvSpPr/>
          <p:nvPr/>
        </p:nvSpPr>
        <p:spPr>
          <a:xfrm>
            <a:off x="2818759" y="2590294"/>
            <a:ext cx="14161782" cy="915239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defTabSz="1509582">
              <a:lnSpc>
                <a:spcPts val="3800"/>
              </a:lnSpc>
              <a:buSzPct val="100000"/>
            </a:pPr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sym typeface="Times New Roman"/>
              </a:rPr>
              <a:t>Тимлид: Антонов Юрий</a:t>
            </a:r>
            <a:endParaRPr lang="ru-RU" sz="28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61DC4BBF-B63C-38E2-26A6-D08A2DEC06C8}"/>
              </a:ext>
            </a:extLst>
          </p:cNvPr>
          <p:cNvSpPr/>
          <p:nvPr/>
        </p:nvSpPr>
        <p:spPr>
          <a:xfrm>
            <a:off x="2818759" y="3676882"/>
            <a:ext cx="14161782" cy="915239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defTabSz="1509582">
              <a:lnSpc>
                <a:spcPts val="3800"/>
              </a:lnSpc>
              <a:buSzPct val="100000"/>
            </a:pPr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sym typeface="Times New Roman"/>
              </a:rPr>
              <a:t>Главный разработчик</a:t>
            </a:r>
            <a:r>
              <a:rPr lang="en-US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sym typeface="Times New Roman"/>
              </a:rPr>
              <a:t>: </a:t>
            </a:r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sym typeface="Times New Roman"/>
              </a:rPr>
              <a:t>Антонов Юрий</a:t>
            </a:r>
            <a:endParaRPr lang="ru-RU" sz="28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DB4E0CE6-08F9-FD78-E38B-2AE67D5979B0}"/>
              </a:ext>
            </a:extLst>
          </p:cNvPr>
          <p:cNvSpPr/>
          <p:nvPr/>
        </p:nvSpPr>
        <p:spPr>
          <a:xfrm>
            <a:off x="2818759" y="4763470"/>
            <a:ext cx="14161782" cy="915239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defTabSz="1509582">
              <a:lnSpc>
                <a:spcPts val="3800"/>
              </a:lnSpc>
              <a:buSzPct val="100000"/>
            </a:pPr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sym typeface="Times New Roman"/>
              </a:rPr>
              <a:t>Главный художник</a:t>
            </a:r>
            <a:r>
              <a:rPr lang="en-US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sym typeface="Times New Roman"/>
              </a:rPr>
              <a:t>: </a:t>
            </a:r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sym typeface="Times New Roman"/>
              </a:rPr>
              <a:t>Антонов Юрий</a:t>
            </a:r>
            <a:endParaRPr lang="ru-RU" sz="28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50E0AB97-DBDC-ED89-5849-BB2062D49083}"/>
              </a:ext>
            </a:extLst>
          </p:cNvPr>
          <p:cNvSpPr/>
          <p:nvPr/>
        </p:nvSpPr>
        <p:spPr>
          <a:xfrm>
            <a:off x="2818759" y="5850060"/>
            <a:ext cx="14161782" cy="915239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defTabSz="1509582">
              <a:lnSpc>
                <a:spcPts val="3800"/>
              </a:lnSpc>
              <a:buSzPct val="100000"/>
            </a:pPr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Главный спонсор</a:t>
            </a:r>
            <a:r>
              <a:rPr lang="en-US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Антонов Юрий</a:t>
            </a:r>
          </a:p>
        </p:txBody>
      </p:sp>
      <p:sp>
        <p:nvSpPr>
          <p:cNvPr id="10" name="Номер слайда 1">
            <a:extLst>
              <a:ext uri="{FF2B5EF4-FFF2-40B4-BE49-F238E27FC236}">
                <a16:creationId xmlns:a16="http://schemas.microsoft.com/office/drawing/2014/main" id="{CDFB113F-B147-939E-52E4-1AC7BAB4EBC2}"/>
              </a:ext>
            </a:extLst>
          </p:cNvPr>
          <p:cNvSpPr txBox="1">
            <a:spLocks/>
          </p:cNvSpPr>
          <p:nvPr/>
        </p:nvSpPr>
        <p:spPr>
          <a:xfrm>
            <a:off x="18410258" y="10492529"/>
            <a:ext cx="1068946" cy="4260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ru-RU" sz="1600" smtClean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rPr>
              <a:pPr algn="r"/>
              <a:t>5</a:t>
            </a:fld>
            <a:endParaRPr lang="ru-RU" sz="16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6149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4">
      <a:dk1>
        <a:srgbClr val="1A1919"/>
      </a:dk1>
      <a:lt1>
        <a:srgbClr val="FFFFFF"/>
      </a:lt1>
      <a:dk2>
        <a:srgbClr val="757675"/>
      </a:dk2>
      <a:lt2>
        <a:srgbClr val="FFFFFF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97999C"/>
      </a:hlink>
      <a:folHlink>
        <a:srgbClr val="FFFFFF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12676</TotalTime>
  <Words>63</Words>
  <Application>Microsoft Office PowerPoint</Application>
  <PresentationFormat>Произвольный</PresentationFormat>
  <Paragraphs>15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Inter</vt:lpstr>
      <vt:lpstr>Inter SemiBold</vt:lpstr>
      <vt:lpstr>Wingdings</vt:lpstr>
      <vt:lpstr>Тема Office</vt:lpstr>
      <vt:lpstr>PIU (Pump It Up)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ya23g2</cp:lastModifiedBy>
  <cp:revision>86</cp:revision>
  <dcterms:created xsi:type="dcterms:W3CDTF">2022-06-09T14:50:37Z</dcterms:created>
  <dcterms:modified xsi:type="dcterms:W3CDTF">2025-01-24T14:22:49Z</dcterms:modified>
</cp:coreProperties>
</file>